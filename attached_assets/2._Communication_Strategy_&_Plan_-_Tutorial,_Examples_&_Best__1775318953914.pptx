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32">
          <p15:clr>
            <a:srgbClr val="A4A3A4"/>
          </p15:clr>
        </p15:guide>
        <p15:guide id="2" pos="393">
          <p15:clr>
            <a:srgbClr val="A4A3A4"/>
          </p15:clr>
        </p15:guide>
      </p15:sldGuideLst>
    </p:ext>
    <p:ext uri="http://customooxmlschemas.google.com/">
      <go:slidesCustomData xmlns:go="http://customooxmlschemas.google.com/" r:id="rId44" roundtripDataSignature="AMtx7mgZryKfNx6Ew9fLC1J/Uaqu4kMO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98C36D-81E1-4FC0-B835-31EE851D6855}">
  <a:tblStyle styleId="{0298C36D-81E1-4FC0-B835-31EE851D685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29C900E-9252-44E1-B0F2-3EB498533B3B}"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7E9"/>
          </a:solidFill>
        </a:fill>
      </a:tcStyle>
    </a:wholeTbl>
    <a:band1H>
      <a:tcTxStyle/>
      <a:tcStyle>
        <a:fill>
          <a:solidFill>
            <a:srgbClr val="CACBD1"/>
          </a:solidFill>
        </a:fill>
      </a:tcStyle>
    </a:band1H>
    <a:band2H>
      <a:tcTxStyle/>
    </a:band2H>
    <a:band1V>
      <a:tcTxStyle/>
      <a:tcStyle>
        <a:fill>
          <a:solidFill>
            <a:srgbClr val="CACBD1"/>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32" orient="horz"/>
        <p:guide pos="39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customschemas.google.com/relationships/presentationmetadata" Target="metadata"/><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 name="Google Shape;37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0" name="Google Shape;61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6" name="Google Shape;69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Blank">
  <p:cSld name="Grey Blank">
    <p:spTree>
      <p:nvGrpSpPr>
        <p:cNvPr id="15" name="Shape 15"/>
        <p:cNvGrpSpPr/>
        <p:nvPr/>
      </p:nvGrpSpPr>
      <p:grpSpPr>
        <a:xfrm>
          <a:off x="0" y="0"/>
          <a:ext cx="0" cy="0"/>
          <a:chOff x="0" y="0"/>
          <a:chExt cx="0" cy="0"/>
        </a:xfrm>
      </p:grpSpPr>
      <p:sp>
        <p:nvSpPr>
          <p:cNvPr id="16" name="Google Shape;16;p43"/>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A9C"/>
                </a:solidFill>
                <a:latin typeface="Arial"/>
                <a:ea typeface="Arial"/>
                <a:cs typeface="Arial"/>
                <a:sym typeface="Arial"/>
              </a:defRPr>
            </a:lvl1pPr>
            <a:lvl2pPr indent="0" lvl="1" marL="0" algn="r">
              <a:spcBef>
                <a:spcPts val="0"/>
              </a:spcBef>
              <a:buNone/>
              <a:defRPr b="0" i="0" sz="1200" u="none" cap="none" strike="noStrike">
                <a:solidFill>
                  <a:srgbClr val="888A9C"/>
                </a:solidFill>
                <a:latin typeface="Arial"/>
                <a:ea typeface="Arial"/>
                <a:cs typeface="Arial"/>
                <a:sym typeface="Arial"/>
              </a:defRPr>
            </a:lvl2pPr>
            <a:lvl3pPr indent="0" lvl="2" marL="0" algn="r">
              <a:spcBef>
                <a:spcPts val="0"/>
              </a:spcBef>
              <a:buNone/>
              <a:defRPr b="0" i="0" sz="1200" u="none" cap="none" strike="noStrike">
                <a:solidFill>
                  <a:srgbClr val="888A9C"/>
                </a:solidFill>
                <a:latin typeface="Arial"/>
                <a:ea typeface="Arial"/>
                <a:cs typeface="Arial"/>
                <a:sym typeface="Arial"/>
              </a:defRPr>
            </a:lvl3pPr>
            <a:lvl4pPr indent="0" lvl="3" marL="0" algn="r">
              <a:spcBef>
                <a:spcPts val="0"/>
              </a:spcBef>
              <a:buNone/>
              <a:defRPr b="0" i="0" sz="1200" u="none" cap="none" strike="noStrike">
                <a:solidFill>
                  <a:srgbClr val="888A9C"/>
                </a:solidFill>
                <a:latin typeface="Arial"/>
                <a:ea typeface="Arial"/>
                <a:cs typeface="Arial"/>
                <a:sym typeface="Arial"/>
              </a:defRPr>
            </a:lvl4pPr>
            <a:lvl5pPr indent="0" lvl="4" marL="0" algn="r">
              <a:spcBef>
                <a:spcPts val="0"/>
              </a:spcBef>
              <a:buNone/>
              <a:defRPr b="0" i="0" sz="1200" u="none" cap="none" strike="noStrike">
                <a:solidFill>
                  <a:srgbClr val="888A9C"/>
                </a:solidFill>
                <a:latin typeface="Arial"/>
                <a:ea typeface="Arial"/>
                <a:cs typeface="Arial"/>
                <a:sym typeface="Arial"/>
              </a:defRPr>
            </a:lvl5pPr>
            <a:lvl6pPr indent="0" lvl="5" marL="0" algn="r">
              <a:spcBef>
                <a:spcPts val="0"/>
              </a:spcBef>
              <a:buNone/>
              <a:defRPr b="0" i="0" sz="1200" u="none" cap="none" strike="noStrike">
                <a:solidFill>
                  <a:srgbClr val="888A9C"/>
                </a:solidFill>
                <a:latin typeface="Arial"/>
                <a:ea typeface="Arial"/>
                <a:cs typeface="Arial"/>
                <a:sym typeface="Arial"/>
              </a:defRPr>
            </a:lvl6pPr>
            <a:lvl7pPr indent="0" lvl="6" marL="0" algn="r">
              <a:spcBef>
                <a:spcPts val="0"/>
              </a:spcBef>
              <a:buNone/>
              <a:defRPr b="0" i="0" sz="1200" u="none" cap="none" strike="noStrike">
                <a:solidFill>
                  <a:srgbClr val="888A9C"/>
                </a:solidFill>
                <a:latin typeface="Arial"/>
                <a:ea typeface="Arial"/>
                <a:cs typeface="Arial"/>
                <a:sym typeface="Arial"/>
              </a:defRPr>
            </a:lvl7pPr>
            <a:lvl8pPr indent="0" lvl="7" marL="0" algn="r">
              <a:spcBef>
                <a:spcPts val="0"/>
              </a:spcBef>
              <a:buNone/>
              <a:defRPr b="0" i="0" sz="1200" u="none" cap="none" strike="noStrike">
                <a:solidFill>
                  <a:srgbClr val="888A9C"/>
                </a:solidFill>
                <a:latin typeface="Arial"/>
                <a:ea typeface="Arial"/>
                <a:cs typeface="Arial"/>
                <a:sym typeface="Arial"/>
              </a:defRPr>
            </a:lvl8pPr>
            <a:lvl9pPr indent="0" lvl="8" marL="0" algn="r">
              <a:spcBef>
                <a:spcPts val="0"/>
              </a:spcBef>
              <a:buNone/>
              <a:defRPr b="0" i="0" sz="1200" u="none" cap="none" strike="noStrike">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43"/>
          <p:cNvSpPr/>
          <p:nvPr/>
        </p:nvSpPr>
        <p:spPr>
          <a:xfrm>
            <a:off x="0" y="0"/>
            <a:ext cx="12191999"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ver page">
  <p:cSld name="1. Cover page">
    <p:spTree>
      <p:nvGrpSpPr>
        <p:cNvPr id="18" name="Shape 18"/>
        <p:cNvGrpSpPr/>
        <p:nvPr/>
      </p:nvGrpSpPr>
      <p:grpSpPr>
        <a:xfrm>
          <a:off x="0" y="0"/>
          <a:ext cx="0" cy="0"/>
          <a:chOff x="0" y="0"/>
          <a:chExt cx="0" cy="0"/>
        </a:xfrm>
      </p:grpSpPr>
      <p:sp>
        <p:nvSpPr>
          <p:cNvPr id="19" name="Google Shape;19;p44"/>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44"/>
          <p:cNvSpPr/>
          <p:nvPr/>
        </p:nvSpPr>
        <p:spPr>
          <a:xfrm>
            <a:off x="254646" y="277792"/>
            <a:ext cx="11669751" cy="276635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 name="Google Shape;21;p44"/>
          <p:cNvSpPr txBox="1"/>
          <p:nvPr>
            <p:ph type="title"/>
          </p:nvPr>
        </p:nvSpPr>
        <p:spPr>
          <a:xfrm>
            <a:off x="502541" y="810229"/>
            <a:ext cx="10256128" cy="16609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44"/>
          <p:cNvSpPr txBox="1"/>
          <p:nvPr>
            <p:ph idx="1" type="body"/>
          </p:nvPr>
        </p:nvSpPr>
        <p:spPr>
          <a:xfrm>
            <a:off x="503240" y="3280961"/>
            <a:ext cx="10313987" cy="15514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400"/>
              <a:buNone/>
              <a:defRPr sz="2400"/>
            </a:lvl1pPr>
            <a:lvl2pPr indent="-381000" lvl="1" marL="914400" algn="l">
              <a:lnSpc>
                <a:spcPct val="90000"/>
              </a:lnSpc>
              <a:spcBef>
                <a:spcPts val="500"/>
              </a:spcBef>
              <a:spcAft>
                <a:spcPts val="0"/>
              </a:spcAft>
              <a:buClr>
                <a:srgbClr val="002060"/>
              </a:buClr>
              <a:buSzPts val="2400"/>
              <a:buChar char="•"/>
              <a:defRPr sz="2400"/>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able of Content">
  <p:cSld name="2. Table of Content">
    <p:spTree>
      <p:nvGrpSpPr>
        <p:cNvPr id="23" name="Shape 23"/>
        <p:cNvGrpSpPr/>
        <p:nvPr/>
      </p:nvGrpSpPr>
      <p:grpSpPr>
        <a:xfrm>
          <a:off x="0" y="0"/>
          <a:ext cx="0" cy="0"/>
          <a:chOff x="0" y="0"/>
          <a:chExt cx="0" cy="0"/>
        </a:xfrm>
      </p:grpSpPr>
      <p:sp>
        <p:nvSpPr>
          <p:cNvPr id="24" name="Google Shape;24;p45"/>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25" name="Google Shape;25;p45"/>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26" name="Google Shape;26;p45"/>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2000"/>
              <a:buFont typeface="Arial"/>
              <a:buNone/>
              <a:defRPr>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5"/>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A9C"/>
                </a:solidFill>
                <a:latin typeface="Arial"/>
                <a:ea typeface="Arial"/>
                <a:cs typeface="Arial"/>
                <a:sym typeface="Arial"/>
              </a:defRPr>
            </a:lvl1pPr>
            <a:lvl2pPr indent="0" lvl="1" marL="0" algn="r">
              <a:spcBef>
                <a:spcPts val="0"/>
              </a:spcBef>
              <a:buNone/>
              <a:defRPr b="0" i="0" sz="1200" u="none" cap="none" strike="noStrike">
                <a:solidFill>
                  <a:srgbClr val="888A9C"/>
                </a:solidFill>
                <a:latin typeface="Arial"/>
                <a:ea typeface="Arial"/>
                <a:cs typeface="Arial"/>
                <a:sym typeface="Arial"/>
              </a:defRPr>
            </a:lvl2pPr>
            <a:lvl3pPr indent="0" lvl="2" marL="0" algn="r">
              <a:spcBef>
                <a:spcPts val="0"/>
              </a:spcBef>
              <a:buNone/>
              <a:defRPr b="0" i="0" sz="1200" u="none" cap="none" strike="noStrike">
                <a:solidFill>
                  <a:srgbClr val="888A9C"/>
                </a:solidFill>
                <a:latin typeface="Arial"/>
                <a:ea typeface="Arial"/>
                <a:cs typeface="Arial"/>
                <a:sym typeface="Arial"/>
              </a:defRPr>
            </a:lvl3pPr>
            <a:lvl4pPr indent="0" lvl="3" marL="0" algn="r">
              <a:spcBef>
                <a:spcPts val="0"/>
              </a:spcBef>
              <a:buNone/>
              <a:defRPr b="0" i="0" sz="1200" u="none" cap="none" strike="noStrike">
                <a:solidFill>
                  <a:srgbClr val="888A9C"/>
                </a:solidFill>
                <a:latin typeface="Arial"/>
                <a:ea typeface="Arial"/>
                <a:cs typeface="Arial"/>
                <a:sym typeface="Arial"/>
              </a:defRPr>
            </a:lvl4pPr>
            <a:lvl5pPr indent="0" lvl="4" marL="0" algn="r">
              <a:spcBef>
                <a:spcPts val="0"/>
              </a:spcBef>
              <a:buNone/>
              <a:defRPr b="0" i="0" sz="1200" u="none" cap="none" strike="noStrike">
                <a:solidFill>
                  <a:srgbClr val="888A9C"/>
                </a:solidFill>
                <a:latin typeface="Arial"/>
                <a:ea typeface="Arial"/>
                <a:cs typeface="Arial"/>
                <a:sym typeface="Arial"/>
              </a:defRPr>
            </a:lvl5pPr>
            <a:lvl6pPr indent="0" lvl="5" marL="0" algn="r">
              <a:spcBef>
                <a:spcPts val="0"/>
              </a:spcBef>
              <a:buNone/>
              <a:defRPr b="0" i="0" sz="1200" u="none" cap="none" strike="noStrike">
                <a:solidFill>
                  <a:srgbClr val="888A9C"/>
                </a:solidFill>
                <a:latin typeface="Arial"/>
                <a:ea typeface="Arial"/>
                <a:cs typeface="Arial"/>
                <a:sym typeface="Arial"/>
              </a:defRPr>
            </a:lvl6pPr>
            <a:lvl7pPr indent="0" lvl="6" marL="0" algn="r">
              <a:spcBef>
                <a:spcPts val="0"/>
              </a:spcBef>
              <a:buNone/>
              <a:defRPr b="0" i="0" sz="1200" u="none" cap="none" strike="noStrike">
                <a:solidFill>
                  <a:srgbClr val="888A9C"/>
                </a:solidFill>
                <a:latin typeface="Arial"/>
                <a:ea typeface="Arial"/>
                <a:cs typeface="Arial"/>
                <a:sym typeface="Arial"/>
              </a:defRPr>
            </a:lvl7pPr>
            <a:lvl8pPr indent="0" lvl="7" marL="0" algn="r">
              <a:spcBef>
                <a:spcPts val="0"/>
              </a:spcBef>
              <a:buNone/>
              <a:defRPr b="0" i="0" sz="1200" u="none" cap="none" strike="noStrike">
                <a:solidFill>
                  <a:srgbClr val="888A9C"/>
                </a:solidFill>
                <a:latin typeface="Arial"/>
                <a:ea typeface="Arial"/>
                <a:cs typeface="Arial"/>
                <a:sym typeface="Arial"/>
              </a:defRPr>
            </a:lvl8pPr>
            <a:lvl9pPr indent="0" lvl="8" marL="0" algn="r">
              <a:spcBef>
                <a:spcPts val="0"/>
              </a:spcBef>
              <a:buNone/>
              <a:defRPr b="0" i="0" sz="1200" u="none" cap="none" strike="noStrike">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45"/>
          <p:cNvSpPr txBox="1"/>
          <p:nvPr>
            <p:ph idx="1" type="body"/>
          </p:nvPr>
        </p:nvSpPr>
        <p:spPr>
          <a:xfrm>
            <a:off x="1857375" y="1660525"/>
            <a:ext cx="9729788" cy="23320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sz="1800"/>
            </a:lvl1pPr>
            <a:lvl2pPr indent="-342900" lvl="1" marL="914400" algn="l">
              <a:lnSpc>
                <a:spcPct val="90000"/>
              </a:lnSpc>
              <a:spcBef>
                <a:spcPts val="500"/>
              </a:spcBef>
              <a:spcAft>
                <a:spcPts val="0"/>
              </a:spcAft>
              <a:buClr>
                <a:srgbClr val="002060"/>
              </a:buClr>
              <a:buSzPts val="1800"/>
              <a:buChar char="•"/>
              <a:defRPr sz="1800"/>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 1 Text Box">
  <p:cSld name="3. Title and Content - 1 Text Box">
    <p:spTree>
      <p:nvGrpSpPr>
        <p:cNvPr id="29" name="Shape 29"/>
        <p:cNvGrpSpPr/>
        <p:nvPr/>
      </p:nvGrpSpPr>
      <p:grpSpPr>
        <a:xfrm>
          <a:off x="0" y="0"/>
          <a:ext cx="0" cy="0"/>
          <a:chOff x="0" y="0"/>
          <a:chExt cx="0" cy="0"/>
        </a:xfrm>
      </p:grpSpPr>
      <p:sp>
        <p:nvSpPr>
          <p:cNvPr id="30" name="Google Shape;30;p46"/>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31" name="Google Shape;31;p46"/>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32" name="Google Shape;32;p46"/>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6"/>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888A9C"/>
                </a:solidFill>
                <a:latin typeface="Arial"/>
                <a:ea typeface="Arial"/>
                <a:cs typeface="Arial"/>
                <a:sym typeface="Arial"/>
              </a:defRPr>
            </a:lvl1pPr>
            <a:lvl2pPr indent="0" lvl="1" marL="0" algn="r">
              <a:spcBef>
                <a:spcPts val="0"/>
              </a:spcBef>
              <a:buNone/>
              <a:defRPr b="0" i="0" sz="1200" u="none" cap="none" strike="noStrike">
                <a:solidFill>
                  <a:srgbClr val="888A9C"/>
                </a:solidFill>
                <a:latin typeface="Arial"/>
                <a:ea typeface="Arial"/>
                <a:cs typeface="Arial"/>
                <a:sym typeface="Arial"/>
              </a:defRPr>
            </a:lvl2pPr>
            <a:lvl3pPr indent="0" lvl="2" marL="0" algn="r">
              <a:spcBef>
                <a:spcPts val="0"/>
              </a:spcBef>
              <a:buNone/>
              <a:defRPr b="0" i="0" sz="1200" u="none" cap="none" strike="noStrike">
                <a:solidFill>
                  <a:srgbClr val="888A9C"/>
                </a:solidFill>
                <a:latin typeface="Arial"/>
                <a:ea typeface="Arial"/>
                <a:cs typeface="Arial"/>
                <a:sym typeface="Arial"/>
              </a:defRPr>
            </a:lvl3pPr>
            <a:lvl4pPr indent="0" lvl="3" marL="0" algn="r">
              <a:spcBef>
                <a:spcPts val="0"/>
              </a:spcBef>
              <a:buNone/>
              <a:defRPr b="0" i="0" sz="1200" u="none" cap="none" strike="noStrike">
                <a:solidFill>
                  <a:srgbClr val="888A9C"/>
                </a:solidFill>
                <a:latin typeface="Arial"/>
                <a:ea typeface="Arial"/>
                <a:cs typeface="Arial"/>
                <a:sym typeface="Arial"/>
              </a:defRPr>
            </a:lvl4pPr>
            <a:lvl5pPr indent="0" lvl="4" marL="0" algn="r">
              <a:spcBef>
                <a:spcPts val="0"/>
              </a:spcBef>
              <a:buNone/>
              <a:defRPr b="0" i="0" sz="1200" u="none" cap="none" strike="noStrike">
                <a:solidFill>
                  <a:srgbClr val="888A9C"/>
                </a:solidFill>
                <a:latin typeface="Arial"/>
                <a:ea typeface="Arial"/>
                <a:cs typeface="Arial"/>
                <a:sym typeface="Arial"/>
              </a:defRPr>
            </a:lvl5pPr>
            <a:lvl6pPr indent="0" lvl="5" marL="0" algn="r">
              <a:spcBef>
                <a:spcPts val="0"/>
              </a:spcBef>
              <a:buNone/>
              <a:defRPr b="0" i="0" sz="1200" u="none" cap="none" strike="noStrike">
                <a:solidFill>
                  <a:srgbClr val="888A9C"/>
                </a:solidFill>
                <a:latin typeface="Arial"/>
                <a:ea typeface="Arial"/>
                <a:cs typeface="Arial"/>
                <a:sym typeface="Arial"/>
              </a:defRPr>
            </a:lvl6pPr>
            <a:lvl7pPr indent="0" lvl="6" marL="0" algn="r">
              <a:spcBef>
                <a:spcPts val="0"/>
              </a:spcBef>
              <a:buNone/>
              <a:defRPr b="0" i="0" sz="1200" u="none" cap="none" strike="noStrike">
                <a:solidFill>
                  <a:srgbClr val="888A9C"/>
                </a:solidFill>
                <a:latin typeface="Arial"/>
                <a:ea typeface="Arial"/>
                <a:cs typeface="Arial"/>
                <a:sym typeface="Arial"/>
              </a:defRPr>
            </a:lvl7pPr>
            <a:lvl8pPr indent="0" lvl="7" marL="0" algn="r">
              <a:spcBef>
                <a:spcPts val="0"/>
              </a:spcBef>
              <a:buNone/>
              <a:defRPr b="0" i="0" sz="1200" u="none" cap="none" strike="noStrike">
                <a:solidFill>
                  <a:srgbClr val="888A9C"/>
                </a:solidFill>
                <a:latin typeface="Arial"/>
                <a:ea typeface="Arial"/>
                <a:cs typeface="Arial"/>
                <a:sym typeface="Arial"/>
              </a:defRPr>
            </a:lvl8pPr>
            <a:lvl9pPr indent="0" lvl="8" marL="0" algn="r">
              <a:spcBef>
                <a:spcPts val="0"/>
              </a:spcBef>
              <a:buNone/>
              <a:defRPr b="0" i="0" sz="1200" u="none" cap="none" strike="noStrike">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4" name="Google Shape;34;p46"/>
          <p:cNvSpPr txBox="1"/>
          <p:nvPr>
            <p:ph idx="1" type="body"/>
          </p:nvPr>
        </p:nvSpPr>
        <p:spPr>
          <a:xfrm>
            <a:off x="508001" y="1619830"/>
            <a:ext cx="11079163" cy="169631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 2 Text Boxes">
  <p:cSld name="3. Title and Content - 2 Text Boxes">
    <p:spTree>
      <p:nvGrpSpPr>
        <p:cNvPr id="35" name="Shape 35"/>
        <p:cNvGrpSpPr/>
        <p:nvPr/>
      </p:nvGrpSpPr>
      <p:grpSpPr>
        <a:xfrm>
          <a:off x="0" y="0"/>
          <a:ext cx="0" cy="0"/>
          <a:chOff x="0" y="0"/>
          <a:chExt cx="0" cy="0"/>
        </a:xfrm>
      </p:grpSpPr>
      <p:sp>
        <p:nvSpPr>
          <p:cNvPr id="36" name="Google Shape;36;p47"/>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 name="Google Shape;37;p47"/>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38" name="Google Shape;38;p47"/>
          <p:cNvSpPr txBox="1"/>
          <p:nvPr>
            <p:ph type="title"/>
          </p:nvPr>
        </p:nvSpPr>
        <p:spPr>
          <a:xfrm>
            <a:off x="514115" y="365126"/>
            <a:ext cx="11073452"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47"/>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sz="1200">
                <a:solidFill>
                  <a:srgbClr val="888A9C"/>
                </a:solidFill>
                <a:latin typeface="Arial"/>
                <a:ea typeface="Arial"/>
                <a:cs typeface="Arial"/>
                <a:sym typeface="Arial"/>
              </a:defRPr>
            </a:lvl1pPr>
            <a:lvl2pPr indent="0" lvl="1" marL="0" algn="r">
              <a:spcBef>
                <a:spcPts val="0"/>
              </a:spcBef>
              <a:buNone/>
              <a:defRPr b="0" sz="1200">
                <a:solidFill>
                  <a:srgbClr val="888A9C"/>
                </a:solidFill>
                <a:latin typeface="Arial"/>
                <a:ea typeface="Arial"/>
                <a:cs typeface="Arial"/>
                <a:sym typeface="Arial"/>
              </a:defRPr>
            </a:lvl2pPr>
            <a:lvl3pPr indent="0" lvl="2" marL="0" algn="r">
              <a:spcBef>
                <a:spcPts val="0"/>
              </a:spcBef>
              <a:buNone/>
              <a:defRPr b="0" sz="1200">
                <a:solidFill>
                  <a:srgbClr val="888A9C"/>
                </a:solidFill>
                <a:latin typeface="Arial"/>
                <a:ea typeface="Arial"/>
                <a:cs typeface="Arial"/>
                <a:sym typeface="Arial"/>
              </a:defRPr>
            </a:lvl3pPr>
            <a:lvl4pPr indent="0" lvl="3" marL="0" algn="r">
              <a:spcBef>
                <a:spcPts val="0"/>
              </a:spcBef>
              <a:buNone/>
              <a:defRPr b="0" sz="1200">
                <a:solidFill>
                  <a:srgbClr val="888A9C"/>
                </a:solidFill>
                <a:latin typeface="Arial"/>
                <a:ea typeface="Arial"/>
                <a:cs typeface="Arial"/>
                <a:sym typeface="Arial"/>
              </a:defRPr>
            </a:lvl4pPr>
            <a:lvl5pPr indent="0" lvl="4" marL="0" algn="r">
              <a:spcBef>
                <a:spcPts val="0"/>
              </a:spcBef>
              <a:buNone/>
              <a:defRPr b="0" sz="1200">
                <a:solidFill>
                  <a:srgbClr val="888A9C"/>
                </a:solidFill>
                <a:latin typeface="Arial"/>
                <a:ea typeface="Arial"/>
                <a:cs typeface="Arial"/>
                <a:sym typeface="Arial"/>
              </a:defRPr>
            </a:lvl5pPr>
            <a:lvl6pPr indent="0" lvl="5" marL="0" algn="r">
              <a:spcBef>
                <a:spcPts val="0"/>
              </a:spcBef>
              <a:buNone/>
              <a:defRPr b="0" sz="1200">
                <a:solidFill>
                  <a:srgbClr val="888A9C"/>
                </a:solidFill>
                <a:latin typeface="Arial"/>
                <a:ea typeface="Arial"/>
                <a:cs typeface="Arial"/>
                <a:sym typeface="Arial"/>
              </a:defRPr>
            </a:lvl6pPr>
            <a:lvl7pPr indent="0" lvl="6" marL="0" algn="r">
              <a:spcBef>
                <a:spcPts val="0"/>
              </a:spcBef>
              <a:buNone/>
              <a:defRPr b="0" sz="1200">
                <a:solidFill>
                  <a:srgbClr val="888A9C"/>
                </a:solidFill>
                <a:latin typeface="Arial"/>
                <a:ea typeface="Arial"/>
                <a:cs typeface="Arial"/>
                <a:sym typeface="Arial"/>
              </a:defRPr>
            </a:lvl7pPr>
            <a:lvl8pPr indent="0" lvl="7" marL="0" algn="r">
              <a:spcBef>
                <a:spcPts val="0"/>
              </a:spcBef>
              <a:buNone/>
              <a:defRPr b="0" sz="1200">
                <a:solidFill>
                  <a:srgbClr val="888A9C"/>
                </a:solidFill>
                <a:latin typeface="Arial"/>
                <a:ea typeface="Arial"/>
                <a:cs typeface="Arial"/>
                <a:sym typeface="Arial"/>
              </a:defRPr>
            </a:lvl8pPr>
            <a:lvl9pPr indent="0" lvl="8" marL="0" algn="r">
              <a:spcBef>
                <a:spcPts val="0"/>
              </a:spcBef>
              <a:buNone/>
              <a:defRPr b="0"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47"/>
          <p:cNvSpPr txBox="1"/>
          <p:nvPr>
            <p:ph idx="1" type="body"/>
          </p:nvPr>
        </p:nvSpPr>
        <p:spPr>
          <a:xfrm>
            <a:off x="508002"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47"/>
          <p:cNvSpPr txBox="1"/>
          <p:nvPr>
            <p:ph idx="2" type="body"/>
          </p:nvPr>
        </p:nvSpPr>
        <p:spPr>
          <a:xfrm>
            <a:off x="6441336"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 4 Text Boxes">
  <p:cSld name="3. Title and Content - 4 Text Boxes">
    <p:spTree>
      <p:nvGrpSpPr>
        <p:cNvPr id="42" name="Shape 42"/>
        <p:cNvGrpSpPr/>
        <p:nvPr/>
      </p:nvGrpSpPr>
      <p:grpSpPr>
        <a:xfrm>
          <a:off x="0" y="0"/>
          <a:ext cx="0" cy="0"/>
          <a:chOff x="0" y="0"/>
          <a:chExt cx="0" cy="0"/>
        </a:xfrm>
      </p:grpSpPr>
      <p:sp>
        <p:nvSpPr>
          <p:cNvPr id="43" name="Google Shape;43;p48"/>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4" name="Google Shape;44;p48"/>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45" name="Google Shape;45;p48"/>
          <p:cNvSpPr txBox="1"/>
          <p:nvPr>
            <p:ph type="title"/>
          </p:nvPr>
        </p:nvSpPr>
        <p:spPr>
          <a:xfrm>
            <a:off x="514115" y="365126"/>
            <a:ext cx="11073452"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48"/>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sz="1200">
                <a:solidFill>
                  <a:srgbClr val="888A9C"/>
                </a:solidFill>
                <a:latin typeface="Arial"/>
                <a:ea typeface="Arial"/>
                <a:cs typeface="Arial"/>
                <a:sym typeface="Arial"/>
              </a:defRPr>
            </a:lvl1pPr>
            <a:lvl2pPr indent="0" lvl="1" marL="0" algn="r">
              <a:spcBef>
                <a:spcPts val="0"/>
              </a:spcBef>
              <a:buNone/>
              <a:defRPr b="0" sz="1200">
                <a:solidFill>
                  <a:srgbClr val="888A9C"/>
                </a:solidFill>
                <a:latin typeface="Arial"/>
                <a:ea typeface="Arial"/>
                <a:cs typeface="Arial"/>
                <a:sym typeface="Arial"/>
              </a:defRPr>
            </a:lvl2pPr>
            <a:lvl3pPr indent="0" lvl="2" marL="0" algn="r">
              <a:spcBef>
                <a:spcPts val="0"/>
              </a:spcBef>
              <a:buNone/>
              <a:defRPr b="0" sz="1200">
                <a:solidFill>
                  <a:srgbClr val="888A9C"/>
                </a:solidFill>
                <a:latin typeface="Arial"/>
                <a:ea typeface="Arial"/>
                <a:cs typeface="Arial"/>
                <a:sym typeface="Arial"/>
              </a:defRPr>
            </a:lvl3pPr>
            <a:lvl4pPr indent="0" lvl="3" marL="0" algn="r">
              <a:spcBef>
                <a:spcPts val="0"/>
              </a:spcBef>
              <a:buNone/>
              <a:defRPr b="0" sz="1200">
                <a:solidFill>
                  <a:srgbClr val="888A9C"/>
                </a:solidFill>
                <a:latin typeface="Arial"/>
                <a:ea typeface="Arial"/>
                <a:cs typeface="Arial"/>
                <a:sym typeface="Arial"/>
              </a:defRPr>
            </a:lvl4pPr>
            <a:lvl5pPr indent="0" lvl="4" marL="0" algn="r">
              <a:spcBef>
                <a:spcPts val="0"/>
              </a:spcBef>
              <a:buNone/>
              <a:defRPr b="0" sz="1200">
                <a:solidFill>
                  <a:srgbClr val="888A9C"/>
                </a:solidFill>
                <a:latin typeface="Arial"/>
                <a:ea typeface="Arial"/>
                <a:cs typeface="Arial"/>
                <a:sym typeface="Arial"/>
              </a:defRPr>
            </a:lvl5pPr>
            <a:lvl6pPr indent="0" lvl="5" marL="0" algn="r">
              <a:spcBef>
                <a:spcPts val="0"/>
              </a:spcBef>
              <a:buNone/>
              <a:defRPr b="0" sz="1200">
                <a:solidFill>
                  <a:srgbClr val="888A9C"/>
                </a:solidFill>
                <a:latin typeface="Arial"/>
                <a:ea typeface="Arial"/>
                <a:cs typeface="Arial"/>
                <a:sym typeface="Arial"/>
              </a:defRPr>
            </a:lvl6pPr>
            <a:lvl7pPr indent="0" lvl="6" marL="0" algn="r">
              <a:spcBef>
                <a:spcPts val="0"/>
              </a:spcBef>
              <a:buNone/>
              <a:defRPr b="0" sz="1200">
                <a:solidFill>
                  <a:srgbClr val="888A9C"/>
                </a:solidFill>
                <a:latin typeface="Arial"/>
                <a:ea typeface="Arial"/>
                <a:cs typeface="Arial"/>
                <a:sym typeface="Arial"/>
              </a:defRPr>
            </a:lvl7pPr>
            <a:lvl8pPr indent="0" lvl="7" marL="0" algn="r">
              <a:spcBef>
                <a:spcPts val="0"/>
              </a:spcBef>
              <a:buNone/>
              <a:defRPr b="0" sz="1200">
                <a:solidFill>
                  <a:srgbClr val="888A9C"/>
                </a:solidFill>
                <a:latin typeface="Arial"/>
                <a:ea typeface="Arial"/>
                <a:cs typeface="Arial"/>
                <a:sym typeface="Arial"/>
              </a:defRPr>
            </a:lvl8pPr>
            <a:lvl9pPr indent="0" lvl="8" marL="0" algn="r">
              <a:spcBef>
                <a:spcPts val="0"/>
              </a:spcBef>
              <a:buNone/>
              <a:defRPr b="0"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48"/>
          <p:cNvSpPr txBox="1"/>
          <p:nvPr>
            <p:ph idx="1" type="body"/>
          </p:nvPr>
        </p:nvSpPr>
        <p:spPr>
          <a:xfrm>
            <a:off x="508002"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8"/>
          <p:cNvSpPr txBox="1"/>
          <p:nvPr>
            <p:ph idx="2" type="body"/>
          </p:nvPr>
        </p:nvSpPr>
        <p:spPr>
          <a:xfrm>
            <a:off x="6441336"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8"/>
          <p:cNvSpPr txBox="1"/>
          <p:nvPr>
            <p:ph idx="3" type="body"/>
          </p:nvPr>
        </p:nvSpPr>
        <p:spPr>
          <a:xfrm>
            <a:off x="508002" y="3976010"/>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8"/>
          <p:cNvSpPr txBox="1"/>
          <p:nvPr>
            <p:ph idx="4" type="body"/>
          </p:nvPr>
        </p:nvSpPr>
        <p:spPr>
          <a:xfrm>
            <a:off x="6441336" y="3976010"/>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48"/>
          <p:cNvSpPr/>
          <p:nvPr/>
        </p:nvSpPr>
        <p:spPr>
          <a:xfrm>
            <a:off x="0" y="0"/>
            <a:ext cx="12191999"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lank">
  <p:cSld name="White Blank">
    <p:spTree>
      <p:nvGrpSpPr>
        <p:cNvPr id="52" name="Shape 52"/>
        <p:cNvGrpSpPr/>
        <p:nvPr/>
      </p:nvGrpSpPr>
      <p:grpSpPr>
        <a:xfrm>
          <a:off x="0" y="0"/>
          <a:ext cx="0" cy="0"/>
          <a:chOff x="0" y="0"/>
          <a:chExt cx="0" cy="0"/>
        </a:xfrm>
      </p:grpSpPr>
      <p:sp>
        <p:nvSpPr>
          <p:cNvPr id="53" name="Google Shape;53;p49"/>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sz="1200">
                <a:solidFill>
                  <a:srgbClr val="888A9C"/>
                </a:solidFill>
                <a:latin typeface="Arial"/>
                <a:ea typeface="Arial"/>
                <a:cs typeface="Arial"/>
                <a:sym typeface="Arial"/>
              </a:defRPr>
            </a:lvl1pPr>
            <a:lvl2pPr indent="0" lvl="1" marL="0" algn="r">
              <a:spcBef>
                <a:spcPts val="0"/>
              </a:spcBef>
              <a:buNone/>
              <a:defRPr b="0" sz="1200">
                <a:solidFill>
                  <a:srgbClr val="888A9C"/>
                </a:solidFill>
                <a:latin typeface="Arial"/>
                <a:ea typeface="Arial"/>
                <a:cs typeface="Arial"/>
                <a:sym typeface="Arial"/>
              </a:defRPr>
            </a:lvl2pPr>
            <a:lvl3pPr indent="0" lvl="2" marL="0" algn="r">
              <a:spcBef>
                <a:spcPts val="0"/>
              </a:spcBef>
              <a:buNone/>
              <a:defRPr b="0" sz="1200">
                <a:solidFill>
                  <a:srgbClr val="888A9C"/>
                </a:solidFill>
                <a:latin typeface="Arial"/>
                <a:ea typeface="Arial"/>
                <a:cs typeface="Arial"/>
                <a:sym typeface="Arial"/>
              </a:defRPr>
            </a:lvl3pPr>
            <a:lvl4pPr indent="0" lvl="3" marL="0" algn="r">
              <a:spcBef>
                <a:spcPts val="0"/>
              </a:spcBef>
              <a:buNone/>
              <a:defRPr b="0" sz="1200">
                <a:solidFill>
                  <a:srgbClr val="888A9C"/>
                </a:solidFill>
                <a:latin typeface="Arial"/>
                <a:ea typeface="Arial"/>
                <a:cs typeface="Arial"/>
                <a:sym typeface="Arial"/>
              </a:defRPr>
            </a:lvl4pPr>
            <a:lvl5pPr indent="0" lvl="4" marL="0" algn="r">
              <a:spcBef>
                <a:spcPts val="0"/>
              </a:spcBef>
              <a:buNone/>
              <a:defRPr b="0" sz="1200">
                <a:solidFill>
                  <a:srgbClr val="888A9C"/>
                </a:solidFill>
                <a:latin typeface="Arial"/>
                <a:ea typeface="Arial"/>
                <a:cs typeface="Arial"/>
                <a:sym typeface="Arial"/>
              </a:defRPr>
            </a:lvl5pPr>
            <a:lvl6pPr indent="0" lvl="5" marL="0" algn="r">
              <a:spcBef>
                <a:spcPts val="0"/>
              </a:spcBef>
              <a:buNone/>
              <a:defRPr b="0" sz="1200">
                <a:solidFill>
                  <a:srgbClr val="888A9C"/>
                </a:solidFill>
                <a:latin typeface="Arial"/>
                <a:ea typeface="Arial"/>
                <a:cs typeface="Arial"/>
                <a:sym typeface="Arial"/>
              </a:defRPr>
            </a:lvl6pPr>
            <a:lvl7pPr indent="0" lvl="6" marL="0" algn="r">
              <a:spcBef>
                <a:spcPts val="0"/>
              </a:spcBef>
              <a:buNone/>
              <a:defRPr b="0" sz="1200">
                <a:solidFill>
                  <a:srgbClr val="888A9C"/>
                </a:solidFill>
                <a:latin typeface="Arial"/>
                <a:ea typeface="Arial"/>
                <a:cs typeface="Arial"/>
                <a:sym typeface="Arial"/>
              </a:defRPr>
            </a:lvl7pPr>
            <a:lvl8pPr indent="0" lvl="7" marL="0" algn="r">
              <a:spcBef>
                <a:spcPts val="0"/>
              </a:spcBef>
              <a:buNone/>
              <a:defRPr b="0" sz="1200">
                <a:solidFill>
                  <a:srgbClr val="888A9C"/>
                </a:solidFill>
                <a:latin typeface="Arial"/>
                <a:ea typeface="Arial"/>
                <a:cs typeface="Arial"/>
                <a:sym typeface="Arial"/>
              </a:defRPr>
            </a:lvl8pPr>
            <a:lvl9pPr indent="0" lvl="8" marL="0" algn="r">
              <a:spcBef>
                <a:spcPts val="0"/>
              </a:spcBef>
              <a:buNone/>
              <a:defRPr b="0"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4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5" name="Shape 55"/>
        <p:cNvGrpSpPr/>
        <p:nvPr/>
      </p:nvGrpSpPr>
      <p:grpSpPr>
        <a:xfrm>
          <a:off x="0" y="0"/>
          <a:ext cx="0" cy="0"/>
          <a:chOff x="0" y="0"/>
          <a:chExt cx="0" cy="0"/>
        </a:xfrm>
      </p:grpSpPr>
      <p:sp>
        <p:nvSpPr>
          <p:cNvPr id="56" name="Google Shape;56;p50"/>
          <p:cNvSpPr txBox="1"/>
          <p:nvPr/>
        </p:nvSpPr>
        <p:spPr>
          <a:xfrm>
            <a:off x="398189" y="6553224"/>
            <a:ext cx="562708" cy="12311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en-US" sz="800">
                <a:solidFill>
                  <a:srgbClr val="AFB1B4"/>
                </a:solidFill>
                <a:latin typeface="Arial"/>
                <a:ea typeface="Arial"/>
                <a:cs typeface="Arial"/>
                <a:sym typeface="Arial"/>
              </a:rPr>
              <a:t>‹#›</a:t>
            </a:fld>
            <a:endParaRPr sz="800">
              <a:solidFill>
                <a:srgbClr val="AFB1B4"/>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1" name="Google Shape;11;p42"/>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12" name="Google Shape;12;p42"/>
          <p:cNvSpPr txBox="1"/>
          <p:nvPr>
            <p:ph type="title"/>
          </p:nvPr>
        </p:nvSpPr>
        <p:spPr>
          <a:xfrm>
            <a:off x="514115" y="365126"/>
            <a:ext cx="11073452" cy="108171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2060"/>
              </a:buClr>
              <a:buSzPts val="2000"/>
              <a:buFont typeface="Arial"/>
              <a:buNone/>
              <a:defRPr b="1" i="0" sz="20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42"/>
          <p:cNvSpPr txBox="1"/>
          <p:nvPr>
            <p:ph idx="1" type="body"/>
          </p:nvPr>
        </p:nvSpPr>
        <p:spPr>
          <a:xfrm>
            <a:off x="508319" y="1660968"/>
            <a:ext cx="11079248" cy="15799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002060"/>
              </a:buClr>
              <a:buSzPts val="1600"/>
              <a:buFont typeface="Arial"/>
              <a:buNone/>
              <a:defRPr b="0" i="0" sz="1600" u="none" cap="none" strike="noStrike">
                <a:solidFill>
                  <a:srgbClr val="002060"/>
                </a:solidFill>
                <a:latin typeface="Arial"/>
                <a:ea typeface="Arial"/>
                <a:cs typeface="Arial"/>
                <a:sym typeface="Arial"/>
              </a:defRPr>
            </a:lvl1pPr>
            <a:lvl2pPr indent="-330200" lvl="1" marL="9144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2pPr>
            <a:lvl3pPr indent="-330200" lvl="2" marL="13716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3pPr>
            <a:lvl4pPr indent="-330200" lvl="3" marL="18288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4pPr>
            <a:lvl5pPr indent="-330200" lvl="4" marL="22860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42"/>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B6B8C2"/>
                </a:solidFill>
                <a:latin typeface="Arial"/>
                <a:ea typeface="Arial"/>
                <a:cs typeface="Arial"/>
                <a:sym typeface="Arial"/>
              </a:defRPr>
            </a:lvl1pPr>
            <a:lvl2pPr indent="0" lvl="1" marL="0" marR="0" rtl="0" algn="r">
              <a:spcBef>
                <a:spcPts val="0"/>
              </a:spcBef>
              <a:buNone/>
              <a:defRPr b="0" i="0" sz="1050" u="none" cap="none" strike="noStrike">
                <a:solidFill>
                  <a:srgbClr val="B6B8C2"/>
                </a:solidFill>
                <a:latin typeface="Arial"/>
                <a:ea typeface="Arial"/>
                <a:cs typeface="Arial"/>
                <a:sym typeface="Arial"/>
              </a:defRPr>
            </a:lvl2pPr>
            <a:lvl3pPr indent="0" lvl="2" marL="0" marR="0" rtl="0" algn="r">
              <a:spcBef>
                <a:spcPts val="0"/>
              </a:spcBef>
              <a:buNone/>
              <a:defRPr b="0" i="0" sz="1050" u="none" cap="none" strike="noStrike">
                <a:solidFill>
                  <a:srgbClr val="B6B8C2"/>
                </a:solidFill>
                <a:latin typeface="Arial"/>
                <a:ea typeface="Arial"/>
                <a:cs typeface="Arial"/>
                <a:sym typeface="Arial"/>
              </a:defRPr>
            </a:lvl3pPr>
            <a:lvl4pPr indent="0" lvl="3" marL="0" marR="0" rtl="0" algn="r">
              <a:spcBef>
                <a:spcPts val="0"/>
              </a:spcBef>
              <a:buNone/>
              <a:defRPr b="0" i="0" sz="1050" u="none" cap="none" strike="noStrike">
                <a:solidFill>
                  <a:srgbClr val="B6B8C2"/>
                </a:solidFill>
                <a:latin typeface="Arial"/>
                <a:ea typeface="Arial"/>
                <a:cs typeface="Arial"/>
                <a:sym typeface="Arial"/>
              </a:defRPr>
            </a:lvl4pPr>
            <a:lvl5pPr indent="0" lvl="4" marL="0" marR="0" rtl="0" algn="r">
              <a:spcBef>
                <a:spcPts val="0"/>
              </a:spcBef>
              <a:buNone/>
              <a:defRPr b="0" i="0" sz="1050" u="none" cap="none" strike="noStrike">
                <a:solidFill>
                  <a:srgbClr val="B6B8C2"/>
                </a:solidFill>
                <a:latin typeface="Arial"/>
                <a:ea typeface="Arial"/>
                <a:cs typeface="Arial"/>
                <a:sym typeface="Arial"/>
              </a:defRPr>
            </a:lvl5pPr>
            <a:lvl6pPr indent="0" lvl="5" marL="0" marR="0" rtl="0" algn="r">
              <a:spcBef>
                <a:spcPts val="0"/>
              </a:spcBef>
              <a:buNone/>
              <a:defRPr b="0" i="0" sz="1050" u="none" cap="none" strike="noStrike">
                <a:solidFill>
                  <a:srgbClr val="B6B8C2"/>
                </a:solidFill>
                <a:latin typeface="Arial"/>
                <a:ea typeface="Arial"/>
                <a:cs typeface="Arial"/>
                <a:sym typeface="Arial"/>
              </a:defRPr>
            </a:lvl6pPr>
            <a:lvl7pPr indent="0" lvl="6" marL="0" marR="0" rtl="0" algn="r">
              <a:spcBef>
                <a:spcPts val="0"/>
              </a:spcBef>
              <a:buNone/>
              <a:defRPr b="0" i="0" sz="1050" u="none" cap="none" strike="noStrike">
                <a:solidFill>
                  <a:srgbClr val="B6B8C2"/>
                </a:solidFill>
                <a:latin typeface="Arial"/>
                <a:ea typeface="Arial"/>
                <a:cs typeface="Arial"/>
                <a:sym typeface="Arial"/>
              </a:defRPr>
            </a:lvl7pPr>
            <a:lvl8pPr indent="0" lvl="7" marL="0" marR="0" rtl="0" algn="r">
              <a:spcBef>
                <a:spcPts val="0"/>
              </a:spcBef>
              <a:buNone/>
              <a:defRPr b="0" i="0" sz="1050" u="none" cap="none" strike="noStrike">
                <a:solidFill>
                  <a:srgbClr val="B6B8C2"/>
                </a:solidFill>
                <a:latin typeface="Arial"/>
                <a:ea typeface="Arial"/>
                <a:cs typeface="Arial"/>
                <a:sym typeface="Arial"/>
              </a:defRPr>
            </a:lvl8pPr>
            <a:lvl9pPr indent="0" lvl="8" marL="0" marR="0" rtl="0" algn="r">
              <a:spcBef>
                <a:spcPts val="0"/>
              </a:spcBef>
              <a:buNone/>
              <a:defRPr b="0" i="0" sz="1050" u="none" cap="none" strike="noStrike">
                <a:solidFill>
                  <a:srgbClr val="B6B8C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slidebooks.com/"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15.png"/><Relationship Id="rId13" Type="http://schemas.openxmlformats.org/officeDocument/2006/relationships/image" Target="../media/image17.png"/><Relationship Id="rId12" Type="http://schemas.openxmlformats.org/officeDocument/2006/relationships/image" Target="../media/image18.png"/><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9.png"/><Relationship Id="rId9" Type="http://schemas.openxmlformats.org/officeDocument/2006/relationships/image" Target="../media/image14.png"/><Relationship Id="rId15" Type="http://schemas.openxmlformats.org/officeDocument/2006/relationships/image" Target="../media/image20.png"/><Relationship Id="rId14" Type="http://schemas.openxmlformats.org/officeDocument/2006/relationships/image" Target="../media/image1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p:nvPr/>
        </p:nvSpPr>
        <p:spPr>
          <a:xfrm rot="-5400000">
            <a:off x="1573159" y="1177560"/>
            <a:ext cx="4582903" cy="4582901"/>
          </a:xfrm>
          <a:prstGeom prst="blockArc">
            <a:avLst>
              <a:gd fmla="val 21438629" name="adj1"/>
              <a:gd fmla="val 11060551" name="adj2"/>
              <a:gd fmla="val 3388" name="adj3"/>
            </a:avLst>
          </a:prstGeom>
          <a:solidFill>
            <a:srgbClr val="E7EFFF"/>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62" name="Google Shape;62;p1"/>
          <p:cNvSpPr/>
          <p:nvPr/>
        </p:nvSpPr>
        <p:spPr>
          <a:xfrm>
            <a:off x="1893249" y="1548478"/>
            <a:ext cx="3841065" cy="3841067"/>
          </a:xfrm>
          <a:prstGeom prst="donut">
            <a:avLst>
              <a:gd fmla="val 7990" name="adj"/>
            </a:avLst>
          </a:prstGeom>
          <a:solidFill>
            <a:srgbClr val="BFBFBF"/>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63" name="Google Shape;63;p1"/>
          <p:cNvSpPr txBox="1"/>
          <p:nvPr/>
        </p:nvSpPr>
        <p:spPr>
          <a:xfrm>
            <a:off x="2142468" y="2769146"/>
            <a:ext cx="3287061" cy="139973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800" u="none" cap="none" strike="noStrike">
                <a:solidFill>
                  <a:schemeClr val="dk1"/>
                </a:solidFill>
                <a:latin typeface="Arial"/>
                <a:ea typeface="Arial"/>
                <a:cs typeface="Arial"/>
                <a:sym typeface="Arial"/>
              </a:rPr>
              <a:t>Communication</a:t>
            </a:r>
            <a:endParaRPr/>
          </a:p>
          <a:p>
            <a:pPr indent="0" lvl="0" marL="0" marR="0" rtl="0" algn="ctr">
              <a:lnSpc>
                <a:spcPct val="100000"/>
              </a:lnSpc>
              <a:spcBef>
                <a:spcPts val="0"/>
              </a:spcBef>
              <a:spcAft>
                <a:spcPts val="0"/>
              </a:spcAft>
              <a:buNone/>
            </a:pPr>
            <a:r>
              <a:rPr b="1" i="0" lang="en-US" sz="2800" u="none" cap="none" strike="noStrike">
                <a:solidFill>
                  <a:schemeClr val="dk1"/>
                </a:solidFill>
                <a:latin typeface="Arial"/>
                <a:ea typeface="Arial"/>
                <a:cs typeface="Arial"/>
                <a:sym typeface="Arial"/>
              </a:rPr>
              <a:t> Strategy &amp; </a:t>
            </a:r>
            <a:endParaRPr/>
          </a:p>
          <a:p>
            <a:pPr indent="0" lvl="0" marL="0" marR="0" rtl="0" algn="ctr">
              <a:lnSpc>
                <a:spcPct val="100000"/>
              </a:lnSpc>
              <a:spcBef>
                <a:spcPts val="0"/>
              </a:spcBef>
              <a:spcAft>
                <a:spcPts val="0"/>
              </a:spcAft>
              <a:buNone/>
            </a:pPr>
            <a:r>
              <a:rPr b="1" i="0" lang="en-US" sz="2800" u="none" cap="none" strike="noStrike">
                <a:solidFill>
                  <a:schemeClr val="dk1"/>
                </a:solidFill>
                <a:latin typeface="Arial"/>
                <a:ea typeface="Arial"/>
                <a:cs typeface="Arial"/>
                <a:sym typeface="Arial"/>
              </a:rPr>
              <a:t>Plan</a:t>
            </a:r>
            <a:endParaRPr b="0" i="0" sz="2800" u="none" cap="none" strike="noStrike">
              <a:solidFill>
                <a:schemeClr val="dk1"/>
              </a:solidFill>
              <a:latin typeface="Arial"/>
              <a:ea typeface="Arial"/>
              <a:cs typeface="Arial"/>
              <a:sym typeface="Arial"/>
            </a:endParaRPr>
          </a:p>
        </p:txBody>
      </p:sp>
      <p:grpSp>
        <p:nvGrpSpPr>
          <p:cNvPr id="64" name="Google Shape;64;p1"/>
          <p:cNvGrpSpPr/>
          <p:nvPr/>
        </p:nvGrpSpPr>
        <p:grpSpPr>
          <a:xfrm>
            <a:off x="4373937" y="1179140"/>
            <a:ext cx="332401" cy="332401"/>
            <a:chOff x="4688228" y="1312229"/>
            <a:chExt cx="316524" cy="316524"/>
          </a:xfrm>
        </p:grpSpPr>
        <p:sp>
          <p:nvSpPr>
            <p:cNvPr id="65" name="Google Shape;65;p1"/>
            <p:cNvSpPr/>
            <p:nvPr/>
          </p:nvSpPr>
          <p:spPr>
            <a:xfrm>
              <a:off x="4688228" y="1312229"/>
              <a:ext cx="316524" cy="316524"/>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66" name="Google Shape;66;p1"/>
            <p:cNvSpPr/>
            <p:nvPr/>
          </p:nvSpPr>
          <p:spPr>
            <a:xfrm>
              <a:off x="4728592" y="1352593"/>
              <a:ext cx="235796" cy="235796"/>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grpSp>
      <p:grpSp>
        <p:nvGrpSpPr>
          <p:cNvPr id="67" name="Google Shape;67;p1"/>
          <p:cNvGrpSpPr/>
          <p:nvPr/>
        </p:nvGrpSpPr>
        <p:grpSpPr>
          <a:xfrm>
            <a:off x="4373937" y="5408803"/>
            <a:ext cx="332401" cy="332401"/>
            <a:chOff x="4688228" y="1312229"/>
            <a:chExt cx="316524" cy="316524"/>
          </a:xfrm>
        </p:grpSpPr>
        <p:sp>
          <p:nvSpPr>
            <p:cNvPr id="68" name="Google Shape;68;p1"/>
            <p:cNvSpPr/>
            <p:nvPr/>
          </p:nvSpPr>
          <p:spPr>
            <a:xfrm>
              <a:off x="4688228" y="1312229"/>
              <a:ext cx="316524" cy="316524"/>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69" name="Google Shape;69;p1"/>
            <p:cNvSpPr/>
            <p:nvPr/>
          </p:nvSpPr>
          <p:spPr>
            <a:xfrm>
              <a:off x="4728592" y="1352593"/>
              <a:ext cx="235796" cy="235796"/>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grpSp>
      <p:grpSp>
        <p:nvGrpSpPr>
          <p:cNvPr id="70" name="Google Shape;70;p1"/>
          <p:cNvGrpSpPr/>
          <p:nvPr/>
        </p:nvGrpSpPr>
        <p:grpSpPr>
          <a:xfrm>
            <a:off x="5481935" y="2016299"/>
            <a:ext cx="332401" cy="332401"/>
            <a:chOff x="4688228" y="1312229"/>
            <a:chExt cx="316524" cy="316524"/>
          </a:xfrm>
        </p:grpSpPr>
        <p:sp>
          <p:nvSpPr>
            <p:cNvPr id="71" name="Google Shape;71;p1"/>
            <p:cNvSpPr/>
            <p:nvPr/>
          </p:nvSpPr>
          <p:spPr>
            <a:xfrm>
              <a:off x="4688228" y="1312229"/>
              <a:ext cx="316524" cy="316524"/>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72" name="Google Shape;72;p1"/>
            <p:cNvSpPr/>
            <p:nvPr/>
          </p:nvSpPr>
          <p:spPr>
            <a:xfrm>
              <a:off x="4728592" y="1352593"/>
              <a:ext cx="235796" cy="235796"/>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grpSp>
      <p:grpSp>
        <p:nvGrpSpPr>
          <p:cNvPr id="73" name="Google Shape;73;p1"/>
          <p:cNvGrpSpPr/>
          <p:nvPr/>
        </p:nvGrpSpPr>
        <p:grpSpPr>
          <a:xfrm>
            <a:off x="5481935" y="4589322"/>
            <a:ext cx="332401" cy="332401"/>
            <a:chOff x="4688228" y="1312229"/>
            <a:chExt cx="316524" cy="316524"/>
          </a:xfrm>
        </p:grpSpPr>
        <p:sp>
          <p:nvSpPr>
            <p:cNvPr id="74" name="Google Shape;74;p1"/>
            <p:cNvSpPr/>
            <p:nvPr/>
          </p:nvSpPr>
          <p:spPr>
            <a:xfrm>
              <a:off x="4688228" y="1312229"/>
              <a:ext cx="316524" cy="316524"/>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75" name="Google Shape;75;p1"/>
            <p:cNvSpPr/>
            <p:nvPr/>
          </p:nvSpPr>
          <p:spPr>
            <a:xfrm>
              <a:off x="4728592" y="1352593"/>
              <a:ext cx="235796" cy="235796"/>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grpSp>
      <p:grpSp>
        <p:nvGrpSpPr>
          <p:cNvPr id="76" name="Google Shape;76;p1"/>
          <p:cNvGrpSpPr/>
          <p:nvPr/>
        </p:nvGrpSpPr>
        <p:grpSpPr>
          <a:xfrm>
            <a:off x="5897527" y="3302810"/>
            <a:ext cx="332401" cy="332401"/>
            <a:chOff x="4688228" y="1312229"/>
            <a:chExt cx="316524" cy="316524"/>
          </a:xfrm>
        </p:grpSpPr>
        <p:sp>
          <p:nvSpPr>
            <p:cNvPr id="77" name="Google Shape;77;p1"/>
            <p:cNvSpPr/>
            <p:nvPr/>
          </p:nvSpPr>
          <p:spPr>
            <a:xfrm>
              <a:off x="4688228" y="1312229"/>
              <a:ext cx="316524" cy="316524"/>
            </a:xfrm>
            <a:prstGeom prst="ellipse">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78" name="Google Shape;78;p1"/>
            <p:cNvSpPr/>
            <p:nvPr/>
          </p:nvSpPr>
          <p:spPr>
            <a:xfrm>
              <a:off x="4728592" y="1352593"/>
              <a:ext cx="235796" cy="235796"/>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grpSp>
      <p:sp>
        <p:nvSpPr>
          <p:cNvPr id="79" name="Google Shape;79;p1"/>
          <p:cNvSpPr/>
          <p:nvPr/>
        </p:nvSpPr>
        <p:spPr>
          <a:xfrm>
            <a:off x="6125283" y="428166"/>
            <a:ext cx="988400" cy="866931"/>
          </a:xfrm>
          <a:prstGeom prst="flowChartPreparation">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80" name="Google Shape;80;p1"/>
          <p:cNvSpPr/>
          <p:nvPr/>
        </p:nvSpPr>
        <p:spPr>
          <a:xfrm>
            <a:off x="6666447" y="1712319"/>
            <a:ext cx="988400" cy="866931"/>
          </a:xfrm>
          <a:prstGeom prst="flowChartPreparation">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81" name="Google Shape;81;p1"/>
          <p:cNvSpPr/>
          <p:nvPr/>
        </p:nvSpPr>
        <p:spPr>
          <a:xfrm>
            <a:off x="6986536" y="3035545"/>
            <a:ext cx="988400" cy="866931"/>
          </a:xfrm>
          <a:prstGeom prst="flowChartPreparation">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82" name="Google Shape;82;p1"/>
          <p:cNvSpPr/>
          <p:nvPr/>
        </p:nvSpPr>
        <p:spPr>
          <a:xfrm>
            <a:off x="6125283" y="5562903"/>
            <a:ext cx="988400" cy="866931"/>
          </a:xfrm>
          <a:prstGeom prst="flowChartPreparation">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sp>
        <p:nvSpPr>
          <p:cNvPr id="83" name="Google Shape;83;p1"/>
          <p:cNvSpPr/>
          <p:nvPr/>
        </p:nvSpPr>
        <p:spPr>
          <a:xfrm>
            <a:off x="6666447" y="4309538"/>
            <a:ext cx="988400" cy="866931"/>
          </a:xfrm>
          <a:prstGeom prst="flowChartPreparation">
            <a:avLst/>
          </a:prstGeom>
          <a:solidFill>
            <a:schemeClr val="dk2"/>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rgbClr val="0C2870"/>
              </a:solidFill>
              <a:latin typeface="Arial"/>
              <a:ea typeface="Arial"/>
              <a:cs typeface="Arial"/>
              <a:sym typeface="Arial"/>
            </a:endParaRPr>
          </a:p>
        </p:txBody>
      </p:sp>
      <p:pic>
        <p:nvPicPr>
          <p:cNvPr descr="Chat RTL" id="84" name="Google Shape;84;p1"/>
          <p:cNvPicPr preferRelativeResize="0"/>
          <p:nvPr/>
        </p:nvPicPr>
        <p:blipFill rotWithShape="1">
          <a:blip r:embed="rId3">
            <a:alphaModFix/>
          </a:blip>
          <a:srcRect b="0" l="0" r="0" t="0"/>
          <a:stretch/>
        </p:blipFill>
        <p:spPr>
          <a:xfrm>
            <a:off x="6325248" y="615960"/>
            <a:ext cx="578766" cy="578766"/>
          </a:xfrm>
          <a:prstGeom prst="rect">
            <a:avLst/>
          </a:prstGeom>
          <a:noFill/>
          <a:ln>
            <a:noFill/>
          </a:ln>
        </p:spPr>
      </p:pic>
      <p:pic>
        <p:nvPicPr>
          <p:cNvPr descr="Users" id="85" name="Google Shape;85;p1"/>
          <p:cNvPicPr preferRelativeResize="0"/>
          <p:nvPr/>
        </p:nvPicPr>
        <p:blipFill rotWithShape="1">
          <a:blip r:embed="rId4">
            <a:alphaModFix/>
          </a:blip>
          <a:srcRect b="0" l="0" r="0" t="0"/>
          <a:stretch/>
        </p:blipFill>
        <p:spPr>
          <a:xfrm>
            <a:off x="6880069" y="1881781"/>
            <a:ext cx="600666" cy="600666"/>
          </a:xfrm>
          <a:prstGeom prst="rect">
            <a:avLst/>
          </a:prstGeom>
          <a:noFill/>
          <a:ln>
            <a:noFill/>
          </a:ln>
        </p:spPr>
      </p:pic>
      <p:sp>
        <p:nvSpPr>
          <p:cNvPr id="86" name="Google Shape;86;p1"/>
          <p:cNvSpPr txBox="1"/>
          <p:nvPr/>
        </p:nvSpPr>
        <p:spPr>
          <a:xfrm>
            <a:off x="7173039" y="668232"/>
            <a:ext cx="2464581" cy="4485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chemeClr val="dk2"/>
                </a:solidFill>
                <a:latin typeface="Arial"/>
                <a:ea typeface="Arial"/>
                <a:cs typeface="Arial"/>
                <a:sym typeface="Arial"/>
              </a:rPr>
              <a:t>Key messages</a:t>
            </a:r>
            <a:endParaRPr b="0" i="0" sz="1800" u="none" cap="none" strike="noStrike">
              <a:solidFill>
                <a:schemeClr val="dk2"/>
              </a:solidFill>
              <a:latin typeface="Arial"/>
              <a:ea typeface="Arial"/>
              <a:cs typeface="Arial"/>
              <a:sym typeface="Arial"/>
            </a:endParaRPr>
          </a:p>
        </p:txBody>
      </p:sp>
      <p:sp>
        <p:nvSpPr>
          <p:cNvPr id="87" name="Google Shape;87;p1"/>
          <p:cNvSpPr txBox="1"/>
          <p:nvPr/>
        </p:nvSpPr>
        <p:spPr>
          <a:xfrm>
            <a:off x="7694358" y="1926954"/>
            <a:ext cx="2464581" cy="4485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chemeClr val="dk2"/>
                </a:solidFill>
                <a:latin typeface="Arial"/>
                <a:ea typeface="Arial"/>
                <a:cs typeface="Arial"/>
                <a:sym typeface="Arial"/>
              </a:rPr>
              <a:t>Audience</a:t>
            </a:r>
            <a:endParaRPr b="0" i="0" sz="1800" u="none" cap="none" strike="noStrike">
              <a:solidFill>
                <a:schemeClr val="dk2"/>
              </a:solidFill>
              <a:latin typeface="Arial"/>
              <a:ea typeface="Arial"/>
              <a:cs typeface="Arial"/>
              <a:sym typeface="Arial"/>
            </a:endParaRPr>
          </a:p>
        </p:txBody>
      </p:sp>
      <p:sp>
        <p:nvSpPr>
          <p:cNvPr id="88" name="Google Shape;88;p1"/>
          <p:cNvSpPr txBox="1"/>
          <p:nvPr/>
        </p:nvSpPr>
        <p:spPr>
          <a:xfrm>
            <a:off x="7995229" y="3272030"/>
            <a:ext cx="2623610" cy="4485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chemeClr val="dk2"/>
                </a:solidFill>
                <a:latin typeface="Arial"/>
                <a:ea typeface="Arial"/>
                <a:cs typeface="Arial"/>
                <a:sym typeface="Arial"/>
              </a:rPr>
              <a:t>Channels</a:t>
            </a:r>
            <a:endParaRPr b="0" i="0" sz="1800" u="none" cap="none" strike="noStrike">
              <a:solidFill>
                <a:schemeClr val="dk2"/>
              </a:solidFill>
              <a:latin typeface="Arial"/>
              <a:ea typeface="Arial"/>
              <a:cs typeface="Arial"/>
              <a:sym typeface="Arial"/>
            </a:endParaRPr>
          </a:p>
        </p:txBody>
      </p:sp>
      <p:sp>
        <p:nvSpPr>
          <p:cNvPr id="89" name="Google Shape;89;p1"/>
          <p:cNvSpPr txBox="1"/>
          <p:nvPr/>
        </p:nvSpPr>
        <p:spPr>
          <a:xfrm>
            <a:off x="7173039" y="5784296"/>
            <a:ext cx="2464581" cy="4485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chemeClr val="dk2"/>
                </a:solidFill>
                <a:latin typeface="Arial"/>
                <a:ea typeface="Arial"/>
                <a:cs typeface="Arial"/>
                <a:sym typeface="Arial"/>
              </a:rPr>
              <a:t>Dashboard</a:t>
            </a:r>
            <a:endParaRPr b="0" i="0" sz="1800" u="none" cap="none" strike="noStrike">
              <a:solidFill>
                <a:schemeClr val="dk2"/>
              </a:solidFill>
              <a:latin typeface="Arial"/>
              <a:ea typeface="Arial"/>
              <a:cs typeface="Arial"/>
              <a:sym typeface="Arial"/>
            </a:endParaRPr>
          </a:p>
        </p:txBody>
      </p:sp>
      <p:sp>
        <p:nvSpPr>
          <p:cNvPr id="90" name="Google Shape;90;p1"/>
          <p:cNvSpPr txBox="1"/>
          <p:nvPr/>
        </p:nvSpPr>
        <p:spPr>
          <a:xfrm>
            <a:off x="7679472" y="4556356"/>
            <a:ext cx="2800776" cy="4485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chemeClr val="dk2"/>
                </a:solidFill>
                <a:latin typeface="Arial"/>
                <a:ea typeface="Arial"/>
                <a:cs typeface="Arial"/>
                <a:sym typeface="Arial"/>
              </a:rPr>
              <a:t>Plan</a:t>
            </a:r>
            <a:endParaRPr b="0" i="0" sz="1800" u="none" cap="none" strike="noStrike">
              <a:solidFill>
                <a:schemeClr val="dk2"/>
              </a:solidFill>
              <a:latin typeface="Arial"/>
              <a:ea typeface="Arial"/>
              <a:cs typeface="Arial"/>
              <a:sym typeface="Arial"/>
            </a:endParaRPr>
          </a:p>
        </p:txBody>
      </p:sp>
      <p:cxnSp>
        <p:nvCxnSpPr>
          <p:cNvPr id="91" name="Google Shape;91;p1"/>
          <p:cNvCxnSpPr>
            <a:stCxn id="65" idx="6"/>
            <a:endCxn id="79" idx="1"/>
          </p:cNvCxnSpPr>
          <p:nvPr/>
        </p:nvCxnSpPr>
        <p:spPr>
          <a:xfrm flipH="1" rot="10800000">
            <a:off x="4706338" y="861741"/>
            <a:ext cx="1419000" cy="483600"/>
          </a:xfrm>
          <a:prstGeom prst="bentConnector3">
            <a:avLst>
              <a:gd fmla="val 50000" name="adj1"/>
            </a:avLst>
          </a:prstGeom>
          <a:noFill/>
          <a:ln cap="flat" cmpd="sng" w="9525">
            <a:solidFill>
              <a:srgbClr val="BFBFBF"/>
            </a:solidFill>
            <a:prstDash val="dash"/>
            <a:miter lim="800000"/>
            <a:headEnd len="sm" w="sm" type="none"/>
            <a:tailEnd len="sm" w="sm" type="none"/>
          </a:ln>
        </p:spPr>
      </p:cxnSp>
      <p:cxnSp>
        <p:nvCxnSpPr>
          <p:cNvPr id="92" name="Google Shape;92;p1"/>
          <p:cNvCxnSpPr>
            <a:stCxn id="68" idx="6"/>
            <a:endCxn id="82" idx="1"/>
          </p:cNvCxnSpPr>
          <p:nvPr/>
        </p:nvCxnSpPr>
        <p:spPr>
          <a:xfrm>
            <a:off x="4706338" y="5575004"/>
            <a:ext cx="1419000" cy="421500"/>
          </a:xfrm>
          <a:prstGeom prst="bentConnector3">
            <a:avLst>
              <a:gd fmla="val 49998" name="adj1"/>
            </a:avLst>
          </a:prstGeom>
          <a:noFill/>
          <a:ln cap="flat" cmpd="sng" w="9525">
            <a:solidFill>
              <a:srgbClr val="BFBFBF"/>
            </a:solidFill>
            <a:prstDash val="dash"/>
            <a:miter lim="800000"/>
            <a:headEnd len="sm" w="sm" type="none"/>
            <a:tailEnd len="sm" w="sm" type="none"/>
          </a:ln>
        </p:spPr>
      </p:cxnSp>
      <p:cxnSp>
        <p:nvCxnSpPr>
          <p:cNvPr id="93" name="Google Shape;93;p1"/>
          <p:cNvCxnSpPr>
            <a:stCxn id="77" idx="6"/>
            <a:endCxn id="81" idx="1"/>
          </p:cNvCxnSpPr>
          <p:nvPr/>
        </p:nvCxnSpPr>
        <p:spPr>
          <a:xfrm>
            <a:off x="6229928" y="3469011"/>
            <a:ext cx="756600" cy="0"/>
          </a:xfrm>
          <a:prstGeom prst="straightConnector1">
            <a:avLst/>
          </a:prstGeom>
          <a:noFill/>
          <a:ln cap="flat" cmpd="sng" w="9525">
            <a:solidFill>
              <a:srgbClr val="BFBFBF"/>
            </a:solidFill>
            <a:prstDash val="dash"/>
            <a:miter lim="800000"/>
            <a:headEnd len="sm" w="sm" type="none"/>
            <a:tailEnd len="sm" w="sm" type="none"/>
          </a:ln>
        </p:spPr>
      </p:cxnSp>
      <p:cxnSp>
        <p:nvCxnSpPr>
          <p:cNvPr id="94" name="Google Shape;94;p1"/>
          <p:cNvCxnSpPr/>
          <p:nvPr/>
        </p:nvCxnSpPr>
        <p:spPr>
          <a:xfrm>
            <a:off x="5809234" y="2166818"/>
            <a:ext cx="864240" cy="0"/>
          </a:xfrm>
          <a:prstGeom prst="straightConnector1">
            <a:avLst/>
          </a:prstGeom>
          <a:noFill/>
          <a:ln cap="flat" cmpd="sng" w="9525">
            <a:solidFill>
              <a:srgbClr val="BFBFBF"/>
            </a:solidFill>
            <a:prstDash val="dash"/>
            <a:miter lim="800000"/>
            <a:headEnd len="sm" w="sm" type="none"/>
            <a:tailEnd len="sm" w="sm" type="none"/>
          </a:ln>
        </p:spPr>
      </p:cxnSp>
      <p:cxnSp>
        <p:nvCxnSpPr>
          <p:cNvPr id="95" name="Google Shape;95;p1"/>
          <p:cNvCxnSpPr/>
          <p:nvPr/>
        </p:nvCxnSpPr>
        <p:spPr>
          <a:xfrm>
            <a:off x="5809234" y="4755523"/>
            <a:ext cx="864240" cy="0"/>
          </a:xfrm>
          <a:prstGeom prst="straightConnector1">
            <a:avLst/>
          </a:prstGeom>
          <a:noFill/>
          <a:ln cap="flat" cmpd="sng" w="9525">
            <a:solidFill>
              <a:srgbClr val="BFBFBF"/>
            </a:solidFill>
            <a:prstDash val="dash"/>
            <a:miter lim="800000"/>
            <a:headEnd len="sm" w="sm" type="none"/>
            <a:tailEnd len="sm" w="sm" type="none"/>
          </a:ln>
        </p:spPr>
      </p:cxnSp>
      <p:pic>
        <p:nvPicPr>
          <p:cNvPr descr="Network diagram" id="96" name="Google Shape;96;p1"/>
          <p:cNvPicPr preferRelativeResize="0"/>
          <p:nvPr/>
        </p:nvPicPr>
        <p:blipFill rotWithShape="1">
          <a:blip r:embed="rId5">
            <a:alphaModFix/>
          </a:blip>
          <a:srcRect b="0" l="0" r="0" t="0"/>
          <a:stretch/>
        </p:blipFill>
        <p:spPr>
          <a:xfrm>
            <a:off x="7243478" y="3177223"/>
            <a:ext cx="558963" cy="558964"/>
          </a:xfrm>
          <a:prstGeom prst="rect">
            <a:avLst/>
          </a:prstGeom>
          <a:noFill/>
          <a:ln>
            <a:noFill/>
          </a:ln>
        </p:spPr>
      </p:pic>
      <p:pic>
        <p:nvPicPr>
          <p:cNvPr descr="Checklist" id="97" name="Google Shape;97;p1"/>
          <p:cNvPicPr preferRelativeResize="0"/>
          <p:nvPr/>
        </p:nvPicPr>
        <p:blipFill rotWithShape="1">
          <a:blip r:embed="rId6">
            <a:alphaModFix/>
          </a:blip>
          <a:srcRect b="0" l="0" r="0" t="0"/>
          <a:stretch/>
        </p:blipFill>
        <p:spPr>
          <a:xfrm>
            <a:off x="6880069" y="4460238"/>
            <a:ext cx="565707" cy="565707"/>
          </a:xfrm>
          <a:prstGeom prst="rect">
            <a:avLst/>
          </a:prstGeom>
          <a:noFill/>
          <a:ln>
            <a:noFill/>
          </a:ln>
        </p:spPr>
      </p:pic>
      <p:pic>
        <p:nvPicPr>
          <p:cNvPr descr="Gauge" id="98" name="Google Shape;98;p1"/>
          <p:cNvPicPr preferRelativeResize="0"/>
          <p:nvPr/>
        </p:nvPicPr>
        <p:blipFill rotWithShape="1">
          <a:blip r:embed="rId7">
            <a:alphaModFix/>
          </a:blip>
          <a:srcRect b="0" l="0" r="0" t="0"/>
          <a:stretch/>
        </p:blipFill>
        <p:spPr>
          <a:xfrm>
            <a:off x="6348827" y="5698815"/>
            <a:ext cx="573679" cy="573680"/>
          </a:xfrm>
          <a:prstGeom prst="rect">
            <a:avLst/>
          </a:prstGeom>
          <a:noFill/>
          <a:ln>
            <a:noFill/>
          </a:ln>
        </p:spPr>
      </p:pic>
      <p:sp>
        <p:nvSpPr>
          <p:cNvPr id="99" name="Google Shape;99;p1"/>
          <p:cNvSpPr/>
          <p:nvPr/>
        </p:nvSpPr>
        <p:spPr>
          <a:xfrm>
            <a:off x="1264988" y="187521"/>
            <a:ext cx="4469326" cy="714109"/>
          </a:xfrm>
          <a:prstGeom prst="wedgeRoundRectCallout">
            <a:avLst>
              <a:gd fmla="val 27110" name="adj1"/>
              <a:gd fmla="val 79965"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50" u="none" cap="none" strike="noStrike">
                <a:solidFill>
                  <a:srgbClr val="0C2870"/>
                </a:solidFill>
                <a:latin typeface="Arial"/>
                <a:ea typeface="Arial"/>
                <a:cs typeface="Arial"/>
                <a:sym typeface="Arial"/>
              </a:rPr>
              <a:t>This is a good visual that will help you make a strong first impression with your audience. However, it is not a mandatory slide. Depending on your audience, you may decide to remove it and start your presentation directly with the next slide.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502541" y="810229"/>
            <a:ext cx="10256128" cy="166096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00000"/>
              <a:buFont typeface="Arial"/>
              <a:buNone/>
            </a:pPr>
            <a:r>
              <a:rPr lang="en-US" sz="6000"/>
              <a:t>Communication </a:t>
            </a:r>
            <a:br>
              <a:rPr lang="en-US" sz="6000"/>
            </a:br>
            <a:r>
              <a:rPr lang="en-US" sz="6000"/>
              <a:t>Strategy &amp; Plan</a:t>
            </a:r>
            <a:endParaRPr/>
          </a:p>
        </p:txBody>
      </p:sp>
      <p:sp>
        <p:nvSpPr>
          <p:cNvPr id="105" name="Google Shape;105;p2"/>
          <p:cNvSpPr txBox="1"/>
          <p:nvPr>
            <p:ph idx="1" type="body"/>
          </p:nvPr>
        </p:nvSpPr>
        <p:spPr>
          <a:xfrm>
            <a:off x="503240" y="3280961"/>
            <a:ext cx="10313987" cy="162095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060"/>
              </a:buClr>
              <a:buSzPts val="1600"/>
              <a:buNone/>
            </a:pPr>
            <a:r>
              <a:rPr b="1" lang="en-US" sz="1600"/>
              <a:t>CEO: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Chief Marketing Officer: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Author: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Date: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Version No: </a:t>
            </a:r>
            <a:r>
              <a:rPr lang="en-US" sz="1600"/>
              <a:t>E.g. 1.0 for final / 0.1 for drafts</a:t>
            </a:r>
            <a:endParaRPr/>
          </a:p>
        </p:txBody>
      </p:sp>
      <p:pic>
        <p:nvPicPr>
          <p:cNvPr id="106" name="Google Shape;106;p2">
            <a:hlinkClick r:id="rId3"/>
          </p:cNvPr>
          <p:cNvPicPr preferRelativeResize="0"/>
          <p:nvPr/>
        </p:nvPicPr>
        <p:blipFill rotWithShape="1">
          <a:blip r:embed="rId4">
            <a:alphaModFix/>
          </a:blip>
          <a:srcRect b="0" l="0" r="0" t="0"/>
          <a:stretch/>
        </p:blipFill>
        <p:spPr>
          <a:xfrm>
            <a:off x="7186245" y="5169132"/>
            <a:ext cx="4306571" cy="1264867"/>
          </a:xfrm>
          <a:prstGeom prst="rect">
            <a:avLst/>
          </a:prstGeom>
          <a:noFill/>
          <a:ln>
            <a:noFill/>
          </a:ln>
        </p:spPr>
      </p:pic>
      <p:grpSp>
        <p:nvGrpSpPr>
          <p:cNvPr id="107" name="Google Shape;107;p2"/>
          <p:cNvGrpSpPr/>
          <p:nvPr/>
        </p:nvGrpSpPr>
        <p:grpSpPr>
          <a:xfrm>
            <a:off x="-1122" y="6570"/>
            <a:ext cx="1493372" cy="1459010"/>
            <a:chOff x="-9097" y="-23336"/>
            <a:chExt cx="974935" cy="952500"/>
          </a:xfrm>
        </p:grpSpPr>
        <p:sp>
          <p:nvSpPr>
            <p:cNvPr id="108" name="Google Shape;108;p2"/>
            <p:cNvSpPr/>
            <p:nvPr/>
          </p:nvSpPr>
          <p:spPr>
            <a:xfrm>
              <a:off x="-7091" y="-23336"/>
              <a:ext cx="972929" cy="952500"/>
            </a:xfrm>
            <a:prstGeom prst="diagStripe">
              <a:avLst>
                <a:gd fmla="val 61073" name="adj"/>
              </a:avLst>
            </a:prstGeom>
            <a:gradFill>
              <a:gsLst>
                <a:gs pos="0">
                  <a:srgbClr val="FFFFFF"/>
                </a:gs>
                <a:gs pos="34000">
                  <a:srgbClr val="FFFFFF"/>
                </a:gs>
                <a:gs pos="100000">
                  <a:srgbClr val="D8D8D8"/>
                </a:gs>
              </a:gsLst>
              <a:path path="circle">
                <a:fillToRect b="50%" l="50%" r="50%" t="50%"/>
              </a:path>
              <a:tileRect/>
            </a:gradFill>
            <a:ln>
              <a:noFill/>
            </a:ln>
            <a:effectLst>
              <a:outerShdw blurRad="50800" rotWithShape="0" dir="5400000" dist="127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 name="Google Shape;109;p2"/>
            <p:cNvSpPr txBox="1"/>
            <p:nvPr/>
          </p:nvSpPr>
          <p:spPr>
            <a:xfrm rot="-2651801">
              <a:off x="20409" y="266480"/>
              <a:ext cx="702416" cy="1808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D4B6D"/>
                </a:buClr>
                <a:buSzPts val="1200"/>
                <a:buFont typeface="Arial"/>
                <a:buNone/>
              </a:pPr>
              <a:r>
                <a:rPr b="1" i="0" lang="en-US" sz="1200" u="none" cap="none" strike="noStrike">
                  <a:solidFill>
                    <a:srgbClr val="1D4B6D"/>
                  </a:solidFill>
                  <a:latin typeface="Arial"/>
                  <a:ea typeface="Arial"/>
                  <a:cs typeface="Arial"/>
                  <a:sym typeface="Arial"/>
                </a:rPr>
                <a:t>Confidential</a:t>
              </a:r>
              <a:endParaRPr/>
            </a:p>
          </p:txBody>
        </p:sp>
        <p:cxnSp>
          <p:nvCxnSpPr>
            <p:cNvPr id="110" name="Google Shape;110;p2"/>
            <p:cNvCxnSpPr/>
            <p:nvPr/>
          </p:nvCxnSpPr>
          <p:spPr>
            <a:xfrm flipH="1">
              <a:off x="-9097" y="-22860"/>
              <a:ext cx="623270" cy="623272"/>
            </a:xfrm>
            <a:prstGeom prst="straightConnector1">
              <a:avLst/>
            </a:prstGeom>
            <a:noFill/>
            <a:ln cap="flat" cmpd="sng" w="9525">
              <a:solidFill>
                <a:srgbClr val="3692D4"/>
              </a:solidFill>
              <a:prstDash val="dash"/>
              <a:round/>
              <a:headEnd len="sm" w="sm" type="none"/>
              <a:tailEnd len="sm" w="sm" type="none"/>
            </a:ln>
          </p:spPr>
        </p:cxnSp>
        <p:cxnSp>
          <p:nvCxnSpPr>
            <p:cNvPr id="111" name="Google Shape;111;p2"/>
            <p:cNvCxnSpPr/>
            <p:nvPr/>
          </p:nvCxnSpPr>
          <p:spPr>
            <a:xfrm flipH="1">
              <a:off x="-7091" y="-22860"/>
              <a:ext cx="921493" cy="893213"/>
            </a:xfrm>
            <a:prstGeom prst="straightConnector1">
              <a:avLst/>
            </a:prstGeom>
            <a:noFill/>
            <a:ln cap="flat" cmpd="sng" w="9525">
              <a:solidFill>
                <a:srgbClr val="3692D4"/>
              </a:solidFill>
              <a:prstDash val="dash"/>
              <a:round/>
              <a:headEnd len="sm" w="sm" type="none"/>
              <a:tailEnd len="sm" w="sm" type="none"/>
            </a:ln>
          </p:spPr>
        </p:cxnSp>
      </p:grpSp>
      <p:sp>
        <p:nvSpPr>
          <p:cNvPr id="112" name="Google Shape;112;p2"/>
          <p:cNvSpPr/>
          <p:nvPr/>
        </p:nvSpPr>
        <p:spPr>
          <a:xfrm>
            <a:off x="6177643" y="4161288"/>
            <a:ext cx="4469326" cy="714109"/>
          </a:xfrm>
          <a:prstGeom prst="wedgeRoundRectCallout">
            <a:avLst>
              <a:gd fmla="val 29602" name="adj1"/>
              <a:gd fmla="val 12428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50" u="none" cap="none" strike="noStrike">
                <a:solidFill>
                  <a:srgbClr val="0C2870"/>
                </a:solidFill>
                <a:latin typeface="Arial"/>
                <a:ea typeface="Arial"/>
                <a:cs typeface="Arial"/>
                <a:sym typeface="Arial"/>
              </a:rPr>
              <a:t>Remove your logo and insert your own logo. </a:t>
            </a:r>
            <a:endParaRPr/>
          </a:p>
        </p:txBody>
      </p:sp>
      <p:sp>
        <p:nvSpPr>
          <p:cNvPr id="113" name="Google Shape;113;p2"/>
          <p:cNvSpPr/>
          <p:nvPr/>
        </p:nvSpPr>
        <p:spPr>
          <a:xfrm>
            <a:off x="5930363" y="2180213"/>
            <a:ext cx="4469326" cy="1171309"/>
          </a:xfrm>
          <a:prstGeom prst="wedgeRoundRectCallout">
            <a:avLst>
              <a:gd fmla="val -58794" name="adj1"/>
              <a:gd fmla="val -6658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50" u="none" cap="none" strike="noStrike">
                <a:solidFill>
                  <a:srgbClr val="0C2870"/>
                </a:solidFill>
                <a:latin typeface="Arial"/>
                <a:ea typeface="Arial"/>
                <a:cs typeface="Arial"/>
                <a:sym typeface="Arial"/>
              </a:rPr>
              <a:t>This template can be used to communicate on a company, business unit, project, product or service. Indeed, whatever the type of communication, the same structure can apply.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19" name="Google Shape;119;p3"/>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Exhibits</a:t>
            </a:r>
            <a:endParaRPr/>
          </a:p>
        </p:txBody>
      </p:sp>
      <p:sp>
        <p:nvSpPr>
          <p:cNvPr id="120" name="Google Shape;120;p3"/>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121" name="Google Shape;121;p3"/>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22" name="Google Shape;122;p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23" name="Google Shape;123;p3"/>
          <p:cNvSpPr/>
          <p:nvPr/>
        </p:nvSpPr>
        <p:spPr>
          <a:xfrm>
            <a:off x="4358989" y="1724741"/>
            <a:ext cx="4469326" cy="1171309"/>
          </a:xfrm>
          <a:prstGeom prst="wedgeRoundRectCallout">
            <a:avLst>
              <a:gd fmla="val -57632" name="adj1"/>
              <a:gd fmla="val 114925"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50" u="none" cap="none" strike="noStrike">
                <a:solidFill>
                  <a:srgbClr val="0C2870"/>
                </a:solidFill>
                <a:latin typeface="Arial"/>
                <a:ea typeface="Arial"/>
                <a:cs typeface="Arial"/>
                <a:sym typeface="Arial"/>
              </a:rPr>
              <a:t>We have used and fine-tuned this table of contents with many of our Fortune 1000 clients over the years. We basically go from the most generic to the most specific information (Strategy → High level plan → Detailed plan).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4"/>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29" name="Google Shape;129;p4"/>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b="1"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Exhibits</a:t>
            </a:r>
            <a:endParaRPr/>
          </a:p>
        </p:txBody>
      </p:sp>
      <p:sp>
        <p:nvSpPr>
          <p:cNvPr id="130" name="Google Shape;130;p4"/>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131" name="Google Shape;131;p4"/>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32" name="Google Shape;132;p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33" name="Google Shape;133;p4"/>
          <p:cNvSpPr/>
          <p:nvPr/>
        </p:nvSpPr>
        <p:spPr>
          <a:xfrm>
            <a:off x="4402532" y="1654629"/>
            <a:ext cx="4469326" cy="1171309"/>
          </a:xfrm>
          <a:prstGeom prst="wedgeRoundRectCallout">
            <a:avLst>
              <a:gd fmla="val -74270" name="adj1"/>
              <a:gd fmla="val -1454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50" u="none" cap="none" strike="noStrike">
                <a:solidFill>
                  <a:srgbClr val="0C2870"/>
                </a:solidFill>
                <a:latin typeface="Arial"/>
                <a:ea typeface="Arial"/>
                <a:cs typeface="Arial"/>
                <a:sym typeface="Arial"/>
              </a:rPr>
              <a:t>Putting in bold the section you are about to start is a good practice. </a:t>
            </a:r>
            <a:endParaRPr/>
          </a:p>
          <a:p>
            <a:pPr indent="0" lvl="0" marL="0" marR="0" rtl="0" algn="l">
              <a:spcBef>
                <a:spcPts val="600"/>
              </a:spcBef>
              <a:spcAft>
                <a:spcPts val="0"/>
              </a:spcAft>
              <a:buNone/>
            </a:pPr>
            <a:r>
              <a:rPr b="1" i="0" lang="en-US" sz="1050" u="none" cap="none" strike="noStrike">
                <a:solidFill>
                  <a:srgbClr val="0C2870"/>
                </a:solidFill>
                <a:latin typeface="Arial"/>
                <a:ea typeface="Arial"/>
                <a:cs typeface="Arial"/>
                <a:sym typeface="Arial"/>
              </a:rPr>
              <a:t>These “Table of contents” slides may look redundant, but they are important as they help your audience to follow you.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Executive Summary</a:t>
            </a:r>
            <a:endParaRPr/>
          </a:p>
        </p:txBody>
      </p:sp>
      <p:sp>
        <p:nvSpPr>
          <p:cNvPr id="139" name="Google Shape;139;p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40" name="Google Shape;140;p5"/>
          <p:cNvSpPr/>
          <p:nvPr/>
        </p:nvSpPr>
        <p:spPr>
          <a:xfrm>
            <a:off x="614150" y="1632154"/>
            <a:ext cx="1810259" cy="9022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chemeClr val="lt1"/>
                </a:solidFill>
                <a:latin typeface="Arial"/>
                <a:ea typeface="Arial"/>
                <a:cs typeface="Arial"/>
                <a:sym typeface="Arial"/>
              </a:rPr>
              <a:t>Overarching Messages</a:t>
            </a:r>
            <a:endParaRPr/>
          </a:p>
        </p:txBody>
      </p:sp>
      <p:sp>
        <p:nvSpPr>
          <p:cNvPr id="141" name="Google Shape;141;p5"/>
          <p:cNvSpPr/>
          <p:nvPr/>
        </p:nvSpPr>
        <p:spPr>
          <a:xfrm>
            <a:off x="614150" y="2606136"/>
            <a:ext cx="1810259" cy="9022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chemeClr val="lt1"/>
                </a:solidFill>
                <a:latin typeface="Arial"/>
                <a:ea typeface="Arial"/>
                <a:cs typeface="Arial"/>
                <a:sym typeface="Arial"/>
              </a:rPr>
              <a:t>Key Stakeholder Groups</a:t>
            </a:r>
            <a:endParaRPr/>
          </a:p>
        </p:txBody>
      </p:sp>
      <p:sp>
        <p:nvSpPr>
          <p:cNvPr id="142" name="Google Shape;142;p5"/>
          <p:cNvSpPr/>
          <p:nvPr/>
        </p:nvSpPr>
        <p:spPr>
          <a:xfrm>
            <a:off x="614150" y="3580118"/>
            <a:ext cx="1810259" cy="9022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chemeClr val="lt1"/>
                </a:solidFill>
                <a:latin typeface="Arial"/>
                <a:ea typeface="Arial"/>
                <a:cs typeface="Arial"/>
                <a:sym typeface="Arial"/>
              </a:rPr>
              <a:t>Communication Channels</a:t>
            </a:r>
            <a:endParaRPr/>
          </a:p>
        </p:txBody>
      </p:sp>
      <p:sp>
        <p:nvSpPr>
          <p:cNvPr id="143" name="Google Shape;143;p5"/>
          <p:cNvSpPr/>
          <p:nvPr/>
        </p:nvSpPr>
        <p:spPr>
          <a:xfrm>
            <a:off x="2491901" y="1632154"/>
            <a:ext cx="9095262" cy="902215"/>
          </a:xfrm>
          <a:prstGeom prst="rect">
            <a:avLst/>
          </a:prstGeom>
          <a:solidFill>
            <a:schemeClr val="lt1"/>
          </a:solidFill>
          <a:ln>
            <a:noFill/>
          </a:ln>
        </p:spPr>
        <p:txBody>
          <a:bodyPr anchorCtr="0" anchor="ctr" bIns="45700" lIns="91425" spcFirstLastPara="1" rIns="91425" wrap="square" tIns="45700">
            <a:noAutofit/>
          </a:bodyPr>
          <a:lstStyle/>
          <a:p>
            <a:pPr indent="-117475" lvl="0" marL="117475" marR="0" rtl="0" algn="l">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Replace this text with your key message #1</a:t>
            </a:r>
            <a:endParaRPr/>
          </a:p>
          <a:p>
            <a:pPr indent="-117475" lvl="0" marL="117475" marR="0" rtl="0" algn="l">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Replace this text with your key message #2</a:t>
            </a:r>
            <a:endParaRPr/>
          </a:p>
          <a:p>
            <a:pPr indent="-117475" lvl="0" marL="117475" marR="0" rtl="0" algn="l">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Replace this text with your key message #3</a:t>
            </a:r>
            <a:endParaRPr/>
          </a:p>
        </p:txBody>
      </p:sp>
      <p:sp>
        <p:nvSpPr>
          <p:cNvPr id="144" name="Google Shape;144;p5"/>
          <p:cNvSpPr/>
          <p:nvPr/>
        </p:nvSpPr>
        <p:spPr>
          <a:xfrm>
            <a:off x="2491901" y="2606136"/>
            <a:ext cx="9095262" cy="9022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100" u="none" cap="none" strike="noStrike">
              <a:solidFill>
                <a:schemeClr val="dk2"/>
              </a:solidFill>
              <a:latin typeface="Arial"/>
              <a:ea typeface="Arial"/>
              <a:cs typeface="Arial"/>
              <a:sym typeface="Arial"/>
            </a:endParaRPr>
          </a:p>
        </p:txBody>
      </p:sp>
      <p:sp>
        <p:nvSpPr>
          <p:cNvPr id="145" name="Google Shape;145;p5"/>
          <p:cNvSpPr/>
          <p:nvPr/>
        </p:nvSpPr>
        <p:spPr>
          <a:xfrm>
            <a:off x="2721252" y="2757555"/>
            <a:ext cx="2348147" cy="599376"/>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accent1"/>
                </a:solidFill>
                <a:latin typeface="Arial"/>
                <a:ea typeface="Arial"/>
                <a:cs typeface="Arial"/>
                <a:sym typeface="Arial"/>
              </a:rPr>
              <a:t>Insert Stakeholder Group Name #1</a:t>
            </a:r>
            <a:endParaRPr/>
          </a:p>
        </p:txBody>
      </p:sp>
      <p:sp>
        <p:nvSpPr>
          <p:cNvPr id="146" name="Google Shape;146;p5"/>
          <p:cNvSpPr/>
          <p:nvPr/>
        </p:nvSpPr>
        <p:spPr>
          <a:xfrm>
            <a:off x="5894009" y="2757555"/>
            <a:ext cx="2348147" cy="599376"/>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accent1"/>
                </a:solidFill>
                <a:latin typeface="Arial"/>
                <a:ea typeface="Arial"/>
                <a:cs typeface="Arial"/>
                <a:sym typeface="Arial"/>
              </a:rPr>
              <a:t>Insert Stakeholder Group Name #2</a:t>
            </a:r>
            <a:endParaRPr/>
          </a:p>
        </p:txBody>
      </p:sp>
      <p:sp>
        <p:nvSpPr>
          <p:cNvPr id="147" name="Google Shape;147;p5"/>
          <p:cNvSpPr/>
          <p:nvPr/>
        </p:nvSpPr>
        <p:spPr>
          <a:xfrm>
            <a:off x="9066764" y="2757555"/>
            <a:ext cx="2348147" cy="599376"/>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chemeClr val="accent1"/>
                </a:solidFill>
                <a:latin typeface="Arial"/>
                <a:ea typeface="Arial"/>
                <a:cs typeface="Arial"/>
                <a:sym typeface="Arial"/>
              </a:rPr>
              <a:t>Insert Stakeholder Group Name #3</a:t>
            </a:r>
            <a:endParaRPr/>
          </a:p>
        </p:txBody>
      </p:sp>
      <p:sp>
        <p:nvSpPr>
          <p:cNvPr id="148" name="Google Shape;148;p5"/>
          <p:cNvSpPr/>
          <p:nvPr/>
        </p:nvSpPr>
        <p:spPr>
          <a:xfrm>
            <a:off x="614150" y="4554100"/>
            <a:ext cx="1810259" cy="9022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chemeClr val="lt1"/>
                </a:solidFill>
                <a:latin typeface="Arial"/>
                <a:ea typeface="Arial"/>
                <a:cs typeface="Arial"/>
                <a:sym typeface="Arial"/>
              </a:rPr>
              <a:t>High-Level Communication Plan</a:t>
            </a:r>
            <a:endParaRPr/>
          </a:p>
        </p:txBody>
      </p:sp>
      <p:sp>
        <p:nvSpPr>
          <p:cNvPr id="149" name="Google Shape;149;p5"/>
          <p:cNvSpPr/>
          <p:nvPr/>
        </p:nvSpPr>
        <p:spPr>
          <a:xfrm>
            <a:off x="2491901" y="4554100"/>
            <a:ext cx="9095262" cy="9022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dk2"/>
                </a:solidFill>
                <a:latin typeface="Arial"/>
                <a:ea typeface="Arial"/>
                <a:cs typeface="Arial"/>
                <a:sym typeface="Arial"/>
              </a:rPr>
              <a:t>Insert the main steps of your communication plan</a:t>
            </a:r>
            <a:endParaRPr sz="1100">
              <a:solidFill>
                <a:schemeClr val="dk2"/>
              </a:solidFill>
              <a:latin typeface="Arial"/>
              <a:ea typeface="Arial"/>
              <a:cs typeface="Arial"/>
              <a:sym typeface="Arial"/>
            </a:endParaRPr>
          </a:p>
        </p:txBody>
      </p:sp>
      <p:sp>
        <p:nvSpPr>
          <p:cNvPr id="150" name="Google Shape;150;p5"/>
          <p:cNvSpPr/>
          <p:nvPr/>
        </p:nvSpPr>
        <p:spPr>
          <a:xfrm>
            <a:off x="614150" y="5528081"/>
            <a:ext cx="1810259" cy="9022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Progress Status</a:t>
            </a:r>
            <a:endParaRPr/>
          </a:p>
        </p:txBody>
      </p:sp>
      <p:sp>
        <p:nvSpPr>
          <p:cNvPr id="151" name="Google Shape;151;p5"/>
          <p:cNvSpPr/>
          <p:nvPr/>
        </p:nvSpPr>
        <p:spPr>
          <a:xfrm>
            <a:off x="2491901" y="5528081"/>
            <a:ext cx="9095262" cy="9022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2"/>
                </a:solidFill>
                <a:latin typeface="Arial"/>
                <a:ea typeface="Arial"/>
                <a:cs typeface="Arial"/>
                <a:sym typeface="Arial"/>
              </a:rPr>
              <a:t>Provide a quick progress status. If nothing has been done yet, describe what will be done next and when</a:t>
            </a:r>
            <a:endParaRPr sz="1100">
              <a:solidFill>
                <a:schemeClr val="dk2"/>
              </a:solidFill>
              <a:latin typeface="Arial"/>
              <a:ea typeface="Arial"/>
              <a:cs typeface="Arial"/>
              <a:sym typeface="Arial"/>
            </a:endParaRPr>
          </a:p>
        </p:txBody>
      </p:sp>
      <p:sp>
        <p:nvSpPr>
          <p:cNvPr id="152" name="Google Shape;152;p5"/>
          <p:cNvSpPr/>
          <p:nvPr/>
        </p:nvSpPr>
        <p:spPr>
          <a:xfrm>
            <a:off x="2491901" y="3580118"/>
            <a:ext cx="9095262" cy="9022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2"/>
                </a:solidFill>
                <a:latin typeface="Arial"/>
                <a:ea typeface="Arial"/>
                <a:cs typeface="Arial"/>
                <a:sym typeface="Arial"/>
              </a:rPr>
              <a:t>List the main communication channels that you will use to deliver your messages</a:t>
            </a:r>
            <a:endParaRPr/>
          </a:p>
        </p:txBody>
      </p:sp>
      <p:sp>
        <p:nvSpPr>
          <p:cNvPr id="153" name="Google Shape;153;p5"/>
          <p:cNvSpPr/>
          <p:nvPr/>
        </p:nvSpPr>
        <p:spPr>
          <a:xfrm>
            <a:off x="4582852" y="797303"/>
            <a:ext cx="4598343" cy="1835540"/>
          </a:xfrm>
          <a:prstGeom prst="wedgeRoundRectCallout">
            <a:avLst>
              <a:gd fmla="val -73927" name="adj1"/>
              <a:gd fmla="val -3864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Even if the Executive Summary is usually done at the end,  it should be placed at the beginning. </a:t>
            </a:r>
            <a:endParaRPr/>
          </a:p>
          <a:p>
            <a:pPr indent="0" lvl="0" marL="0" marR="0" rtl="0" algn="l">
              <a:spcBef>
                <a:spcPts val="600"/>
              </a:spcBef>
              <a:spcAft>
                <a:spcPts val="0"/>
              </a:spcAft>
              <a:buNone/>
            </a:pPr>
            <a:r>
              <a:t/>
            </a:r>
            <a:endParaRPr b="1" sz="500">
              <a:solidFill>
                <a:srgbClr val="0C2870"/>
              </a:solidFill>
              <a:latin typeface="Arial"/>
              <a:ea typeface="Arial"/>
              <a:cs typeface="Arial"/>
              <a:sym typeface="Arial"/>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This is a critical section, especially if your CEO or Manager does not have much time to give you.</a:t>
            </a:r>
            <a:endParaRPr/>
          </a:p>
          <a:p>
            <a:pPr indent="0" lvl="0" marL="0" marR="0" rtl="0" algn="l">
              <a:spcBef>
                <a:spcPts val="600"/>
              </a:spcBef>
              <a:spcAft>
                <a:spcPts val="0"/>
              </a:spcAft>
              <a:buNone/>
            </a:pPr>
            <a:r>
              <a:t/>
            </a:r>
            <a:endParaRPr b="1" sz="500">
              <a:solidFill>
                <a:srgbClr val="0C2870"/>
              </a:solidFill>
              <a:latin typeface="Arial"/>
              <a:ea typeface="Arial"/>
              <a:cs typeface="Arial"/>
              <a:sym typeface="Arial"/>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The best practice is to have between 1 and 2 slides for the Executive Summary.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59" name="Google Shape;159;p6"/>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b="1"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b="1"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Exhibits</a:t>
            </a:r>
            <a:endParaRPr/>
          </a:p>
        </p:txBody>
      </p:sp>
      <p:sp>
        <p:nvSpPr>
          <p:cNvPr id="160" name="Google Shape;160;p6"/>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161" name="Google Shape;161;p6"/>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62" name="Google Shape;162;p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Background &amp; Context</a:t>
            </a:r>
            <a:br>
              <a:rPr lang="en-US"/>
            </a:br>
            <a:r>
              <a:rPr b="0" lang="en-US"/>
              <a:t>Replace this sentence with a summary of the background and context</a:t>
            </a:r>
            <a:endParaRPr/>
          </a:p>
        </p:txBody>
      </p:sp>
      <p:sp>
        <p:nvSpPr>
          <p:cNvPr id="168" name="Google Shape;168;p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69" name="Google Shape;169;p7"/>
          <p:cNvSpPr/>
          <p:nvPr/>
        </p:nvSpPr>
        <p:spPr>
          <a:xfrm>
            <a:off x="514113" y="1588445"/>
            <a:ext cx="1107304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Describe in detail the background and context. For example, if the communications are related to a project, you can detail what the project will deliver for the business, colleagues and customers, as well as why you’re doing it. Insure you always link back to the business strategy.</a:t>
            </a:r>
            <a:endParaRPr/>
          </a:p>
        </p:txBody>
      </p:sp>
      <p:sp>
        <p:nvSpPr>
          <p:cNvPr id="170" name="Google Shape;170;p7"/>
          <p:cNvSpPr/>
          <p:nvPr/>
        </p:nvSpPr>
        <p:spPr>
          <a:xfrm>
            <a:off x="3733800" y="3200400"/>
            <a:ext cx="4598343" cy="1835540"/>
          </a:xfrm>
          <a:prstGeom prst="wedgeRoundRectCallout">
            <a:avLst>
              <a:gd fmla="val -54679" name="adj1"/>
              <a:gd fmla="val -8016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from a tier one Insurance company we’ve been working for: we are rolling out a new bicycle insurance because it supports our multi product strategy to offer new and innovative products to suit the needs of customers at every stage of their lives.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Communication Objectives</a:t>
            </a:r>
            <a:br>
              <a:rPr lang="en-US"/>
            </a:br>
            <a:r>
              <a:rPr b="0" lang="en-US"/>
              <a:t>Replace this sentence with a summary or quick overview of your objectives</a:t>
            </a:r>
            <a:endParaRPr/>
          </a:p>
        </p:txBody>
      </p:sp>
      <p:sp>
        <p:nvSpPr>
          <p:cNvPr id="176" name="Google Shape;176;p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177" name="Google Shape;177;p8"/>
          <p:cNvGraphicFramePr/>
          <p:nvPr/>
        </p:nvGraphicFramePr>
        <p:xfrm>
          <a:off x="609239" y="1693110"/>
          <a:ext cx="3000000" cy="3000000"/>
        </p:xfrm>
        <a:graphic>
          <a:graphicData uri="http://schemas.openxmlformats.org/drawingml/2006/table">
            <a:tbl>
              <a:tblPr bandRow="1" firstRow="1">
                <a:noFill/>
                <a:tableStyleId>{0298C36D-81E1-4FC0-B835-31EE851D6855}</a:tableStyleId>
              </a:tblPr>
              <a:tblGrid>
                <a:gridCol w="466300"/>
                <a:gridCol w="4443550"/>
                <a:gridCol w="3317375"/>
                <a:gridCol w="2750700"/>
              </a:tblGrid>
              <a:tr h="289500">
                <a:tc>
                  <a:txBody>
                    <a:bodyPr/>
                    <a:lstStyle/>
                    <a:p>
                      <a:pPr indent="0" lvl="0" marL="0" marR="0" rtl="0" algn="l">
                        <a:spcBef>
                          <a:spcPts val="0"/>
                        </a:spcBef>
                        <a:spcAft>
                          <a:spcPts val="0"/>
                        </a:spcAft>
                        <a:buNone/>
                      </a:pPr>
                      <a:r>
                        <a:rPr lang="en-US" sz="1200" u="none" cap="none" strike="noStrike"/>
                        <a: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Communication Objective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Qualitative Measurement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lang="en-US" sz="1200"/>
                        <a:t>Quantitative Measurement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your own text</a:t>
                      </a:r>
                      <a:endParaRPr/>
                    </a:p>
                    <a:p>
                      <a:pPr indent="-98425" lvl="0" marL="98425"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b="0" i="0" sz="11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b="0" i="0" sz="11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78" name="Google Shape;178;p8"/>
          <p:cNvSpPr/>
          <p:nvPr/>
        </p:nvSpPr>
        <p:spPr>
          <a:xfrm>
            <a:off x="4911742" y="237778"/>
            <a:ext cx="4598343" cy="1172308"/>
          </a:xfrm>
          <a:prstGeom prst="wedgeRoundRectCallout">
            <a:avLst>
              <a:gd fmla="val -70995" name="adj1"/>
              <a:gd fmla="val 109078"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of communication objectives from a consumer goods company we’ve been working for: </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Create awareness of a new system</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Drive behavioral change in how people use procurement systems</a:t>
            </a:r>
            <a:endParaRPr/>
          </a:p>
        </p:txBody>
      </p:sp>
      <p:sp>
        <p:nvSpPr>
          <p:cNvPr id="179" name="Google Shape;179;p8"/>
          <p:cNvSpPr/>
          <p:nvPr/>
        </p:nvSpPr>
        <p:spPr>
          <a:xfrm>
            <a:off x="4136571" y="2589928"/>
            <a:ext cx="4598343" cy="914400"/>
          </a:xfrm>
          <a:prstGeom prst="wedgeRoundRectCallout">
            <a:avLst>
              <a:gd fmla="val -54679" name="adj1"/>
              <a:gd fmla="val -8016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The communication objectives should support the business objectives and clearly outline the outcomes you are trying to achieve.</a:t>
            </a:r>
            <a:endParaRPr b="1" sz="1050">
              <a:solidFill>
                <a:srgbClr val="0C2870"/>
              </a:solidFill>
              <a:latin typeface="Arial"/>
              <a:ea typeface="Arial"/>
              <a:cs typeface="Arial"/>
              <a:sym typeface="Arial"/>
            </a:endParaRPr>
          </a:p>
        </p:txBody>
      </p:sp>
      <p:sp>
        <p:nvSpPr>
          <p:cNvPr id="180" name="Google Shape;180;p8"/>
          <p:cNvSpPr/>
          <p:nvPr/>
        </p:nvSpPr>
        <p:spPr>
          <a:xfrm>
            <a:off x="4060371" y="4181248"/>
            <a:ext cx="4598343" cy="2451466"/>
          </a:xfrm>
          <a:prstGeom prst="wedgeRoundRectCallout">
            <a:avLst>
              <a:gd fmla="val -54679" name="adj1"/>
              <a:gd fmla="val -8016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Consider what you want your audience to know/think/do</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Use Smart objectives (see next 2 slides for more details):</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Specific</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Measurable</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Achievable</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Relevant</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Timely </a:t>
            </a:r>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Communication Objectives</a:t>
            </a:r>
            <a:br>
              <a:rPr lang="en-US"/>
            </a:br>
            <a:r>
              <a:rPr b="0" lang="en-US"/>
              <a:t>Replace this sentence with a summary or quick overview of your objectives</a:t>
            </a:r>
            <a:endParaRPr/>
          </a:p>
        </p:txBody>
      </p:sp>
      <p:sp>
        <p:nvSpPr>
          <p:cNvPr id="186" name="Google Shape;186;p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187" name="Google Shape;187;p9"/>
          <p:cNvGraphicFramePr/>
          <p:nvPr/>
        </p:nvGraphicFramePr>
        <p:xfrm>
          <a:off x="609239" y="1693110"/>
          <a:ext cx="3000000" cy="3000000"/>
        </p:xfrm>
        <a:graphic>
          <a:graphicData uri="http://schemas.openxmlformats.org/drawingml/2006/table">
            <a:tbl>
              <a:tblPr bandRow="1" firstRow="1">
                <a:noFill/>
                <a:tableStyleId>{0298C36D-81E1-4FC0-B835-31EE851D6855}</a:tableStyleId>
              </a:tblPr>
              <a:tblGrid>
                <a:gridCol w="466300"/>
                <a:gridCol w="4443550"/>
                <a:gridCol w="3317375"/>
                <a:gridCol w="2750700"/>
              </a:tblGrid>
              <a:tr h="28950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Communication Objective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Qualitative Measurement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lang="en-US" sz="1200"/>
                        <a:t>Quantitative Measurement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your own text</a:t>
                      </a:r>
                      <a:endParaRPr/>
                    </a:p>
                    <a:p>
                      <a:pPr indent="-98425" lvl="0" marL="98425"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b="0" i="0" sz="11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b="0" i="0" sz="11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8718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12700">
                      <a:solidFill>
                        <a:schemeClr val="dk1"/>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Describe your objective (check our tutorial to see some examples)</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p>
                      <a:pPr indent="-98425" lvl="0" marL="98425" marR="0" rtl="0" algn="l">
                        <a:lnSpc>
                          <a:spcPct val="100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Insert your own text</a:t>
                      </a:r>
                      <a:endParaRPr/>
                    </a:p>
                  </a:txBody>
                  <a:tcPr marT="45725" marB="45725" marR="91450" marL="91450">
                    <a:lnL cap="flat" cmpd="sng" w="12700">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8" name="Google Shape;188;p9"/>
          <p:cNvSpPr/>
          <p:nvPr/>
        </p:nvSpPr>
        <p:spPr>
          <a:xfrm>
            <a:off x="5018314" y="4073639"/>
            <a:ext cx="4598343" cy="1609080"/>
          </a:xfrm>
          <a:prstGeom prst="wedgeRoundRectCallout">
            <a:avLst>
              <a:gd fmla="val 4467" name="adj1"/>
              <a:gd fmla="val -14591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Outline how your communication objectives will be measured and evaluated. For example, quantitative measurement tools may include pulse checks or surveys and qualitative measurement tools may include informal and formal feedback mechanisms.</a:t>
            </a:r>
            <a:endParaRPr b="1" sz="1050">
              <a:solidFill>
                <a:srgbClr val="0C287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Communication Approach</a:t>
            </a:r>
            <a:br>
              <a:rPr lang="en-US"/>
            </a:br>
            <a:r>
              <a:rPr b="0" lang="en-US"/>
              <a:t>Replace this sentence with a summary of the communication approach that you decided to take to meet your objectives</a:t>
            </a:r>
            <a:endParaRPr/>
          </a:p>
        </p:txBody>
      </p:sp>
      <p:sp>
        <p:nvSpPr>
          <p:cNvPr id="194" name="Google Shape;194;p1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95" name="Google Shape;195;p10"/>
          <p:cNvSpPr/>
          <p:nvPr/>
        </p:nvSpPr>
        <p:spPr>
          <a:xfrm>
            <a:off x="514113" y="1588445"/>
            <a:ext cx="1107304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Replace this text with your detailed communication approach that you decided to take to meet your objectives. If required, check our tutorial.</a:t>
            </a:r>
            <a:endParaRPr/>
          </a:p>
        </p:txBody>
      </p:sp>
      <p:sp>
        <p:nvSpPr>
          <p:cNvPr id="196" name="Google Shape;196;p10"/>
          <p:cNvSpPr/>
          <p:nvPr/>
        </p:nvSpPr>
        <p:spPr>
          <a:xfrm>
            <a:off x="3200400" y="2819400"/>
            <a:ext cx="4598343" cy="2451466"/>
          </a:xfrm>
          <a:prstGeom prst="wedgeRoundRectCallout">
            <a:avLst>
              <a:gd fmla="val -54679" name="adj1"/>
              <a:gd fmla="val -8016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To help you create your approach, please see in the next slides some additional templates and examples.</a:t>
            </a:r>
            <a:endParaRPr b="1" sz="1050">
              <a:solidFill>
                <a:srgbClr val="0C2870"/>
              </a:solidFill>
              <a:latin typeface="Arial"/>
              <a:ea typeface="Arial"/>
              <a:cs typeface="Arial"/>
              <a:sym typeface="Arial"/>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Additional Templates to create your approach (1/4)</a:t>
            </a:r>
            <a:endParaRPr/>
          </a:p>
        </p:txBody>
      </p:sp>
      <p:sp>
        <p:nvSpPr>
          <p:cNvPr id="202" name="Google Shape;202;p1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03" name="Google Shape;203;p11"/>
          <p:cNvSpPr/>
          <p:nvPr/>
        </p:nvSpPr>
        <p:spPr>
          <a:xfrm>
            <a:off x="4159722" y="1643743"/>
            <a:ext cx="3829013" cy="1091318"/>
          </a:xfrm>
          <a:prstGeom prst="chevron">
            <a:avLst>
              <a:gd fmla="val 31818" name="adj"/>
            </a:avLst>
          </a:prstGeom>
          <a:solidFill>
            <a:schemeClr val="dk1">
              <a:alpha val="89803"/>
            </a:schemeClr>
          </a:solidFill>
          <a:ln>
            <a:noFill/>
          </a:ln>
        </p:spPr>
        <p:txBody>
          <a:bodyPr anchorCtr="0" anchor="ctr" bIns="45700" lIns="91425" spcFirstLastPara="1" rIns="0"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Insert name of phase 2</a:t>
            </a:r>
            <a:endParaRPr/>
          </a:p>
        </p:txBody>
      </p:sp>
      <p:sp>
        <p:nvSpPr>
          <p:cNvPr id="204" name="Google Shape;204;p11"/>
          <p:cNvSpPr/>
          <p:nvPr/>
        </p:nvSpPr>
        <p:spPr>
          <a:xfrm>
            <a:off x="7700139" y="1643743"/>
            <a:ext cx="3829013" cy="1091318"/>
          </a:xfrm>
          <a:prstGeom prst="chevron">
            <a:avLst>
              <a:gd fmla="val 31818" name="adj"/>
            </a:avLst>
          </a:prstGeom>
          <a:solidFill>
            <a:schemeClr val="dk1">
              <a:alpha val="89803"/>
            </a:schemeClr>
          </a:solidFill>
          <a:ln>
            <a:noFill/>
          </a:ln>
        </p:spPr>
        <p:txBody>
          <a:bodyPr anchorCtr="0" anchor="ctr" bIns="45700" lIns="91425" spcFirstLastPara="1" rIns="0"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Insert name of phase 3</a:t>
            </a:r>
            <a:endParaRPr/>
          </a:p>
        </p:txBody>
      </p:sp>
      <p:sp>
        <p:nvSpPr>
          <p:cNvPr id="205" name="Google Shape;205;p11"/>
          <p:cNvSpPr/>
          <p:nvPr/>
        </p:nvSpPr>
        <p:spPr>
          <a:xfrm>
            <a:off x="615458" y="1643743"/>
            <a:ext cx="3832860" cy="1091318"/>
          </a:xfrm>
          <a:prstGeom prst="homePlate">
            <a:avLst>
              <a:gd fmla="val 32073" name="adj"/>
            </a:avLst>
          </a:prstGeom>
          <a:solidFill>
            <a:schemeClr val="dk1">
              <a:alpha val="89803"/>
            </a:schemeClr>
          </a:solidFill>
          <a:ln>
            <a:noFill/>
          </a:ln>
        </p:spPr>
        <p:txBody>
          <a:bodyPr anchorCtr="0" anchor="ctr" bIns="45700" lIns="91425" spcFirstLastPara="1" rIns="0"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Insert name of phase 1</a:t>
            </a:r>
            <a:endParaRPr/>
          </a:p>
        </p:txBody>
      </p:sp>
      <p:sp>
        <p:nvSpPr>
          <p:cNvPr id="206" name="Google Shape;206;p11"/>
          <p:cNvSpPr txBox="1"/>
          <p:nvPr/>
        </p:nvSpPr>
        <p:spPr>
          <a:xfrm>
            <a:off x="615457" y="2843244"/>
            <a:ext cx="3401372" cy="1456809"/>
          </a:xfrm>
          <a:prstGeom prst="rect">
            <a:avLst/>
          </a:prstGeom>
          <a:noFill/>
          <a:ln>
            <a:noFill/>
          </a:ln>
        </p:spPr>
        <p:txBody>
          <a:bodyPr anchorCtr="0" anchor="t" bIns="45700" lIns="91425" spcFirstLastPara="1" rIns="91425" wrap="square" tIns="45700">
            <a:sp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p:txBody>
      </p:sp>
      <p:sp>
        <p:nvSpPr>
          <p:cNvPr id="207" name="Google Shape;207;p11"/>
          <p:cNvSpPr txBox="1"/>
          <p:nvPr/>
        </p:nvSpPr>
        <p:spPr>
          <a:xfrm>
            <a:off x="4159722" y="2843244"/>
            <a:ext cx="3401372" cy="1456809"/>
          </a:xfrm>
          <a:prstGeom prst="rect">
            <a:avLst/>
          </a:prstGeom>
          <a:noFill/>
          <a:ln>
            <a:noFill/>
          </a:ln>
        </p:spPr>
        <p:txBody>
          <a:bodyPr anchorCtr="0" anchor="t" bIns="45700" lIns="91425" spcFirstLastPara="1" rIns="91425" wrap="square" tIns="45700">
            <a:sp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p:txBody>
      </p:sp>
      <p:sp>
        <p:nvSpPr>
          <p:cNvPr id="208" name="Google Shape;208;p11"/>
          <p:cNvSpPr txBox="1"/>
          <p:nvPr/>
        </p:nvSpPr>
        <p:spPr>
          <a:xfrm>
            <a:off x="7700138" y="2843244"/>
            <a:ext cx="3509089" cy="1456809"/>
          </a:xfrm>
          <a:prstGeom prst="rect">
            <a:avLst/>
          </a:prstGeom>
          <a:noFill/>
          <a:ln>
            <a:noFill/>
          </a:ln>
        </p:spPr>
        <p:txBody>
          <a:bodyPr anchorCtr="0" anchor="t" bIns="45700" lIns="91425" spcFirstLastPara="1" rIns="91425" wrap="square" tIns="45700">
            <a:sp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a:p>
            <a:pPr indent="-114300" lvl="0" marL="114300" marR="0" rtl="0" algn="l">
              <a:spcBef>
                <a:spcPts val="4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Text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Additional Templates to create your approach (2/4)</a:t>
            </a:r>
            <a:endParaRPr/>
          </a:p>
        </p:txBody>
      </p:sp>
      <p:sp>
        <p:nvSpPr>
          <p:cNvPr id="214" name="Google Shape;214;p1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15" name="Google Shape;215;p12"/>
          <p:cNvSpPr/>
          <p:nvPr/>
        </p:nvSpPr>
        <p:spPr>
          <a:xfrm>
            <a:off x="596219" y="1632856"/>
            <a:ext cx="10990943" cy="533639"/>
          </a:xfrm>
          <a:prstGeom prst="chevron">
            <a:avLst>
              <a:gd fmla="val 32576"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16" name="Google Shape;216;p12"/>
          <p:cNvSpPr/>
          <p:nvPr/>
        </p:nvSpPr>
        <p:spPr>
          <a:xfrm>
            <a:off x="652382" y="2338573"/>
            <a:ext cx="5501897" cy="533639"/>
          </a:xfrm>
          <a:prstGeom prst="chevron">
            <a:avLst>
              <a:gd fmla="val 32565"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17" name="Google Shape;217;p12"/>
          <p:cNvSpPr/>
          <p:nvPr/>
        </p:nvSpPr>
        <p:spPr>
          <a:xfrm>
            <a:off x="6045465" y="2338573"/>
            <a:ext cx="5485522" cy="533639"/>
          </a:xfrm>
          <a:prstGeom prst="chevron">
            <a:avLst>
              <a:gd fmla="val 32435"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18" name="Google Shape;218;p12"/>
          <p:cNvSpPr/>
          <p:nvPr/>
        </p:nvSpPr>
        <p:spPr>
          <a:xfrm>
            <a:off x="653030" y="3044291"/>
            <a:ext cx="3692413" cy="533639"/>
          </a:xfrm>
          <a:prstGeom prst="chevron">
            <a:avLst>
              <a:gd fmla="val 32411"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19" name="Google Shape;219;p12"/>
          <p:cNvSpPr/>
          <p:nvPr/>
        </p:nvSpPr>
        <p:spPr>
          <a:xfrm>
            <a:off x="4236247" y="3044291"/>
            <a:ext cx="3708625" cy="533639"/>
          </a:xfrm>
          <a:prstGeom prst="chevron">
            <a:avLst>
              <a:gd fmla="val 32554"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0" name="Google Shape;220;p12"/>
          <p:cNvSpPr/>
          <p:nvPr/>
        </p:nvSpPr>
        <p:spPr>
          <a:xfrm>
            <a:off x="7835706" y="3044291"/>
            <a:ext cx="3694439" cy="533639"/>
          </a:xfrm>
          <a:prstGeom prst="chevron">
            <a:avLst>
              <a:gd fmla="val 32406"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1" name="Google Shape;221;p12"/>
          <p:cNvSpPr/>
          <p:nvPr/>
        </p:nvSpPr>
        <p:spPr>
          <a:xfrm>
            <a:off x="639889" y="3750008"/>
            <a:ext cx="2825041" cy="533639"/>
          </a:xfrm>
          <a:prstGeom prst="chevron">
            <a:avLst>
              <a:gd fmla="val 32374"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2" name="Google Shape;222;p12"/>
          <p:cNvSpPr/>
          <p:nvPr/>
        </p:nvSpPr>
        <p:spPr>
          <a:xfrm>
            <a:off x="3327117" y="3750008"/>
            <a:ext cx="2825041" cy="533639"/>
          </a:xfrm>
          <a:prstGeom prst="chevron">
            <a:avLst>
              <a:gd fmla="val 32374"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3" name="Google Shape;223;p12"/>
          <p:cNvSpPr/>
          <p:nvPr/>
        </p:nvSpPr>
        <p:spPr>
          <a:xfrm>
            <a:off x="6016433" y="3750008"/>
            <a:ext cx="2825041" cy="533639"/>
          </a:xfrm>
          <a:prstGeom prst="chevron">
            <a:avLst>
              <a:gd fmla="val 32374"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4" name="Google Shape;224;p12"/>
          <p:cNvSpPr/>
          <p:nvPr/>
        </p:nvSpPr>
        <p:spPr>
          <a:xfrm>
            <a:off x="8701819" y="3750008"/>
            <a:ext cx="2841251" cy="533639"/>
          </a:xfrm>
          <a:prstGeom prst="chevron">
            <a:avLst>
              <a:gd fmla="val 32560"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5" name="Google Shape;225;p12"/>
          <p:cNvSpPr/>
          <p:nvPr/>
        </p:nvSpPr>
        <p:spPr>
          <a:xfrm>
            <a:off x="632213" y="4455725"/>
            <a:ext cx="2318397" cy="533639"/>
          </a:xfrm>
          <a:prstGeom prst="chevron">
            <a:avLst>
              <a:gd fmla="val 32555"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6" name="Google Shape;226;p12"/>
          <p:cNvSpPr/>
          <p:nvPr/>
        </p:nvSpPr>
        <p:spPr>
          <a:xfrm>
            <a:off x="2797261" y="4455725"/>
            <a:ext cx="2306238" cy="533639"/>
          </a:xfrm>
          <a:prstGeom prst="chevron">
            <a:avLst>
              <a:gd fmla="val 32384"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7" name="Google Shape;227;p12"/>
          <p:cNvSpPr/>
          <p:nvPr/>
        </p:nvSpPr>
        <p:spPr>
          <a:xfrm>
            <a:off x="4947910" y="4455725"/>
            <a:ext cx="2308264" cy="533639"/>
          </a:xfrm>
          <a:prstGeom prst="chevron">
            <a:avLst>
              <a:gd fmla="val 32413"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8" name="Google Shape;228;p12"/>
          <p:cNvSpPr/>
          <p:nvPr/>
        </p:nvSpPr>
        <p:spPr>
          <a:xfrm>
            <a:off x="7100584" y="4455725"/>
            <a:ext cx="2306238" cy="533639"/>
          </a:xfrm>
          <a:prstGeom prst="chevron">
            <a:avLst>
              <a:gd fmla="val 32384"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29" name="Google Shape;229;p12"/>
          <p:cNvSpPr/>
          <p:nvPr/>
        </p:nvSpPr>
        <p:spPr>
          <a:xfrm>
            <a:off x="9251111" y="4455725"/>
            <a:ext cx="2300157" cy="533639"/>
          </a:xfrm>
          <a:prstGeom prst="chevron">
            <a:avLst>
              <a:gd fmla="val 32299"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0" name="Google Shape;230;p12"/>
          <p:cNvSpPr/>
          <p:nvPr/>
        </p:nvSpPr>
        <p:spPr>
          <a:xfrm>
            <a:off x="657108" y="5161442"/>
            <a:ext cx="1951131" cy="533639"/>
          </a:xfrm>
          <a:prstGeom prst="chevron">
            <a:avLst>
              <a:gd fmla="val 32606"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1" name="Google Shape;231;p12"/>
          <p:cNvSpPr/>
          <p:nvPr/>
        </p:nvSpPr>
        <p:spPr>
          <a:xfrm>
            <a:off x="2454855" y="5161442"/>
            <a:ext cx="1936975" cy="533639"/>
          </a:xfrm>
          <a:prstGeom prst="chevron">
            <a:avLst>
              <a:gd fmla="val 32370"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2" name="Google Shape;232;p12"/>
          <p:cNvSpPr/>
          <p:nvPr/>
        </p:nvSpPr>
        <p:spPr>
          <a:xfrm>
            <a:off x="4238010" y="5161442"/>
            <a:ext cx="1936975" cy="533639"/>
          </a:xfrm>
          <a:prstGeom prst="chevron">
            <a:avLst>
              <a:gd fmla="val 32370"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3" name="Google Shape;233;p12"/>
          <p:cNvSpPr/>
          <p:nvPr/>
        </p:nvSpPr>
        <p:spPr>
          <a:xfrm>
            <a:off x="6021166" y="5161442"/>
            <a:ext cx="1936975" cy="533639"/>
          </a:xfrm>
          <a:prstGeom prst="chevron">
            <a:avLst>
              <a:gd fmla="val 32370"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4" name="Google Shape;234;p12"/>
          <p:cNvSpPr/>
          <p:nvPr/>
        </p:nvSpPr>
        <p:spPr>
          <a:xfrm>
            <a:off x="7804321" y="5161442"/>
            <a:ext cx="1936975" cy="533639"/>
          </a:xfrm>
          <a:prstGeom prst="chevron">
            <a:avLst>
              <a:gd fmla="val 32370"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5" name="Google Shape;235;p12"/>
          <p:cNvSpPr/>
          <p:nvPr/>
        </p:nvSpPr>
        <p:spPr>
          <a:xfrm>
            <a:off x="9587477" y="5161442"/>
            <a:ext cx="1936975" cy="533639"/>
          </a:xfrm>
          <a:prstGeom prst="chevron">
            <a:avLst>
              <a:gd fmla="val 32370"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6" name="Google Shape;236;p12"/>
          <p:cNvSpPr/>
          <p:nvPr/>
        </p:nvSpPr>
        <p:spPr>
          <a:xfrm>
            <a:off x="658173" y="5867161"/>
            <a:ext cx="1693549" cy="533639"/>
          </a:xfrm>
          <a:prstGeom prst="chevron">
            <a:avLst>
              <a:gd fmla="val 3260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7" name="Google Shape;237;p12"/>
          <p:cNvSpPr/>
          <p:nvPr/>
        </p:nvSpPr>
        <p:spPr>
          <a:xfrm>
            <a:off x="2200482" y="5867161"/>
            <a:ext cx="1681868" cy="533639"/>
          </a:xfrm>
          <a:prstGeom prst="chevron">
            <a:avLst>
              <a:gd fmla="val 3233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8" name="Google Shape;238;p12"/>
          <p:cNvSpPr/>
          <p:nvPr/>
        </p:nvSpPr>
        <p:spPr>
          <a:xfrm>
            <a:off x="3730606" y="5867161"/>
            <a:ext cx="1679533" cy="533639"/>
          </a:xfrm>
          <a:prstGeom prst="chevron">
            <a:avLst>
              <a:gd fmla="val 3233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39" name="Google Shape;239;p12"/>
          <p:cNvSpPr/>
          <p:nvPr/>
        </p:nvSpPr>
        <p:spPr>
          <a:xfrm>
            <a:off x="5258309" y="5867161"/>
            <a:ext cx="1679533" cy="533639"/>
          </a:xfrm>
          <a:prstGeom prst="chevron">
            <a:avLst>
              <a:gd fmla="val 3233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40" name="Google Shape;240;p12"/>
          <p:cNvSpPr/>
          <p:nvPr/>
        </p:nvSpPr>
        <p:spPr>
          <a:xfrm>
            <a:off x="6786096" y="5867161"/>
            <a:ext cx="1681868" cy="533639"/>
          </a:xfrm>
          <a:prstGeom prst="chevron">
            <a:avLst>
              <a:gd fmla="val 3233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41" name="Google Shape;241;p12"/>
          <p:cNvSpPr/>
          <p:nvPr/>
        </p:nvSpPr>
        <p:spPr>
          <a:xfrm>
            <a:off x="8316220" y="5867161"/>
            <a:ext cx="1679533" cy="533639"/>
          </a:xfrm>
          <a:prstGeom prst="chevron">
            <a:avLst>
              <a:gd fmla="val 3233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
        <p:nvSpPr>
          <p:cNvPr id="242" name="Google Shape;242;p12"/>
          <p:cNvSpPr/>
          <p:nvPr/>
        </p:nvSpPr>
        <p:spPr>
          <a:xfrm>
            <a:off x="9843924" y="5867161"/>
            <a:ext cx="1679533" cy="533639"/>
          </a:xfrm>
          <a:prstGeom prst="chevron">
            <a:avLst>
              <a:gd fmla="val 32337" name="adj"/>
            </a:avLst>
          </a:prstGeom>
          <a:solidFill>
            <a:schemeClr val="dk1"/>
          </a:solidFill>
          <a:ln cap="rnd" cmpd="sng" w="12700">
            <a:solidFill>
              <a:srgbClr val="FFFFFF"/>
            </a:solidFill>
            <a:prstDash val="solid"/>
            <a:miter lim="800000"/>
            <a:headEnd len="sm" w="sm" type="none"/>
            <a:tailEnd len="sm" w="sm" type="none"/>
          </a:ln>
        </p:spPr>
        <p:txBody>
          <a:bodyPr anchorCtr="0" anchor="ctr" bIns="45700" lIns="91425" spcFirstLastPara="1" rIns="45700" wrap="square" tIns="45700">
            <a:noAutofit/>
          </a:bodyPr>
          <a:lstStyle/>
          <a:p>
            <a:pPr indent="0" lvl="0" marL="0" marR="0" rtl="0" algn="ctr">
              <a:lnSpc>
                <a:spcPct val="110000"/>
              </a:lnSpc>
              <a:spcBef>
                <a:spcPts val="0"/>
              </a:spcBef>
              <a:spcAft>
                <a:spcPts val="0"/>
              </a:spcAft>
              <a:buNone/>
            </a:pPr>
            <a:r>
              <a:rPr b="1" lang="en-US" sz="1400">
                <a:solidFill>
                  <a:schemeClr val="lt1"/>
                </a:solidFill>
                <a:latin typeface="Arial"/>
                <a:ea typeface="Arial"/>
                <a:cs typeface="Arial"/>
                <a:sym typeface="Arial"/>
              </a:rPr>
              <a:t>Text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Additional Templates to create your approach (3/4)</a:t>
            </a:r>
            <a:endParaRPr/>
          </a:p>
        </p:txBody>
      </p:sp>
      <p:sp>
        <p:nvSpPr>
          <p:cNvPr id="248" name="Google Shape;248;p1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249" name="Google Shape;249;p13"/>
          <p:cNvGraphicFramePr/>
          <p:nvPr/>
        </p:nvGraphicFramePr>
        <p:xfrm>
          <a:off x="592592" y="1582055"/>
          <a:ext cx="3000000" cy="3000000"/>
        </p:xfrm>
        <a:graphic>
          <a:graphicData uri="http://schemas.openxmlformats.org/drawingml/2006/table">
            <a:tbl>
              <a:tblPr bandRow="1" firstRow="1">
                <a:noFill/>
                <a:tableStyleId>{329C900E-9252-44E1-B0F2-3EB498533B3B}</a:tableStyleId>
              </a:tblPr>
              <a:tblGrid>
                <a:gridCol w="939225"/>
                <a:gridCol w="939225"/>
                <a:gridCol w="939225"/>
                <a:gridCol w="875925"/>
                <a:gridCol w="914200"/>
                <a:gridCol w="912400"/>
                <a:gridCol w="912400"/>
                <a:gridCol w="912400"/>
                <a:gridCol w="912400"/>
                <a:gridCol w="912400"/>
                <a:gridCol w="912400"/>
                <a:gridCol w="912400"/>
              </a:tblGrid>
              <a:tr h="259875">
                <a:tc gridSpan="12">
                  <a:txBody>
                    <a:bodyPr/>
                    <a:lstStyle/>
                    <a:p>
                      <a:pPr indent="0" lvl="0" marL="0" marR="0" rtl="0" algn="ctr">
                        <a:lnSpc>
                          <a:spcPct val="100000"/>
                        </a:lnSpc>
                        <a:spcBef>
                          <a:spcPts val="0"/>
                        </a:spcBef>
                        <a:spcAft>
                          <a:spcPts val="0"/>
                        </a:spcAft>
                        <a:buClr>
                          <a:schemeClr val="lt1"/>
                        </a:buClr>
                        <a:buSzPts val="1000"/>
                        <a:buFont typeface="Arial"/>
                        <a:buNone/>
                      </a:pPr>
                      <a:r>
                        <a:rPr b="1" lang="en-US" sz="1000">
                          <a:solidFill>
                            <a:schemeClr val="lt1"/>
                          </a:solidFill>
                        </a:rPr>
                        <a:t>2017</a:t>
                      </a:r>
                      <a:endParaRPr/>
                    </a:p>
                  </a:txBody>
                  <a:tcPr marT="45725" marB="45725" marR="36000" marL="3600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solidFill>
                      <a:srgbClr val="001848"/>
                    </a:solidFill>
                  </a:tcPr>
                </a:tc>
                <a:tc hMerge="1"/>
                <a:tc hMerge="1"/>
                <a:tc hMerge="1"/>
                <a:tc hMerge="1"/>
                <a:tc hMerge="1"/>
                <a:tc hMerge="1"/>
                <a:tc hMerge="1"/>
                <a:tc hMerge="1"/>
                <a:tc hMerge="1"/>
                <a:tc hMerge="1"/>
                <a:tc hMerge="1"/>
              </a:tr>
              <a:tr h="239575">
                <a:tc>
                  <a:txBody>
                    <a:bodyPr/>
                    <a:lstStyle/>
                    <a:p>
                      <a:pPr indent="0" lvl="0" marL="0" marR="0" rtl="0" algn="ctr">
                        <a:spcBef>
                          <a:spcPts val="0"/>
                        </a:spcBef>
                        <a:spcAft>
                          <a:spcPts val="0"/>
                        </a:spcAft>
                        <a:buNone/>
                      </a:pPr>
                      <a:r>
                        <a:rPr b="0" i="1" lang="en-US" sz="900">
                          <a:solidFill>
                            <a:schemeClr val="dk1"/>
                          </a:solidFill>
                        </a:rPr>
                        <a:t>January</a:t>
                      </a:r>
                      <a:endParaRPr/>
                    </a:p>
                  </a:txBody>
                  <a:tcPr marT="45725" marB="45725" marR="36000" marL="36000" anchor="ctr">
                    <a:lnL cap="flat" cmpd="sng" w="9525">
                      <a:solidFill>
                        <a:schemeClr val="dk1"/>
                      </a:solidFill>
                      <a:prstDash val="solid"/>
                      <a:round/>
                      <a:headEnd len="sm" w="sm" type="none"/>
                      <a:tailEnd len="sm" w="sm" type="none"/>
                    </a:lnL>
                    <a:solidFill>
                      <a:srgbClr val="D8D8D8"/>
                    </a:solidFill>
                  </a:tcPr>
                </a:tc>
                <a:tc>
                  <a:txBody>
                    <a:bodyPr/>
                    <a:lstStyle/>
                    <a:p>
                      <a:pPr indent="0" lvl="0" marL="0" marR="0" rtl="0" algn="ctr">
                        <a:spcBef>
                          <a:spcPts val="0"/>
                        </a:spcBef>
                        <a:spcAft>
                          <a:spcPts val="0"/>
                        </a:spcAft>
                        <a:buNone/>
                      </a:pPr>
                      <a:r>
                        <a:rPr b="0" i="1" lang="en-US" sz="900">
                          <a:solidFill>
                            <a:schemeClr val="dk1"/>
                          </a:solidFill>
                        </a:rPr>
                        <a:t>February</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March</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April</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May</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June</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July</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August</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September</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October</a:t>
                      </a:r>
                      <a:endParaRPr/>
                    </a:p>
                  </a:txBody>
                  <a:tcPr marT="45725" marB="45725" marR="36000" marL="36000" anchor="ctr">
                    <a:solidFill>
                      <a:srgbClr val="D8D8D8"/>
                    </a:solidFill>
                  </a:tcPr>
                </a:tc>
                <a:tc>
                  <a:txBody>
                    <a:bodyPr/>
                    <a:lstStyle/>
                    <a:p>
                      <a:pPr indent="0" lvl="0" marL="0" marR="0" rtl="0" algn="ctr">
                        <a:lnSpc>
                          <a:spcPct val="100000"/>
                        </a:lnSpc>
                        <a:spcBef>
                          <a:spcPts val="0"/>
                        </a:spcBef>
                        <a:spcAft>
                          <a:spcPts val="0"/>
                        </a:spcAft>
                        <a:buClr>
                          <a:schemeClr val="dk1"/>
                        </a:buClr>
                        <a:buSzPts val="900"/>
                        <a:buFont typeface="Arial"/>
                        <a:buNone/>
                      </a:pPr>
                      <a:r>
                        <a:rPr b="0" i="1" lang="en-US" sz="900">
                          <a:solidFill>
                            <a:schemeClr val="dk1"/>
                          </a:solidFill>
                        </a:rPr>
                        <a:t>November</a:t>
                      </a:r>
                      <a:endParaRPr/>
                    </a:p>
                  </a:txBody>
                  <a:tcPr marT="45725" marB="45725" marR="36000" marL="36000" anchor="ctr">
                    <a:solidFill>
                      <a:srgbClr val="D8D8D8"/>
                    </a:solidFill>
                  </a:tcPr>
                </a:tc>
                <a:tc>
                  <a:txBody>
                    <a:bodyPr/>
                    <a:lstStyle/>
                    <a:p>
                      <a:pPr indent="0" lvl="0" marL="0" marR="0" rtl="0" algn="ctr">
                        <a:spcBef>
                          <a:spcPts val="0"/>
                        </a:spcBef>
                        <a:spcAft>
                          <a:spcPts val="0"/>
                        </a:spcAft>
                        <a:buNone/>
                      </a:pPr>
                      <a:r>
                        <a:rPr b="0" i="1" lang="en-US" sz="900">
                          <a:solidFill>
                            <a:schemeClr val="dk1"/>
                          </a:solidFill>
                        </a:rPr>
                        <a:t>December</a:t>
                      </a:r>
                      <a:endParaRPr/>
                    </a:p>
                  </a:txBody>
                  <a:tcPr marT="45725" marB="45725" marR="36000" marL="36000" anchor="ctr">
                    <a:lnR cap="flat" cmpd="sng" w="9525">
                      <a:solidFill>
                        <a:schemeClr val="dk1"/>
                      </a:solidFill>
                      <a:prstDash val="solid"/>
                      <a:round/>
                      <a:headEnd len="sm" w="sm" type="none"/>
                      <a:tailEnd len="sm" w="sm" type="none"/>
                    </a:lnR>
                    <a:solidFill>
                      <a:srgbClr val="D8D8D8"/>
                    </a:solidFill>
                  </a:tcPr>
                </a:tc>
              </a:tr>
              <a:tr h="4367850">
                <a:tc>
                  <a:txBody>
                    <a:bodyPr/>
                    <a:lstStyle/>
                    <a:p>
                      <a:pPr indent="0" lvl="0" marL="0" marR="0" rtl="0" algn="l">
                        <a:spcBef>
                          <a:spcPts val="0"/>
                        </a:spcBef>
                        <a:spcAft>
                          <a:spcPts val="0"/>
                        </a:spcAft>
                        <a:buNone/>
                      </a:pPr>
                      <a:r>
                        <a:t/>
                      </a:r>
                      <a:endParaRPr sz="1600"/>
                    </a:p>
                  </a:txBody>
                  <a:tcPr marT="45725" marB="45725" marR="36000" marL="3600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600"/>
                    </a:p>
                  </a:txBody>
                  <a:tcPr marT="45725" marB="45725" marR="36000" marL="3600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B cap="flat" cmpd="sng" w="9525">
                      <a:solidFill>
                        <a:schemeClr val="dk1"/>
                      </a:solidFill>
                      <a:prstDash val="solid"/>
                      <a:round/>
                      <a:headEnd len="sm" w="sm" type="none"/>
                      <a:tailEnd len="sm" w="sm" type="none"/>
                    </a:lnB>
                  </a:tcPr>
                </a:tc>
              </a:tr>
            </a:tbl>
          </a:graphicData>
        </a:graphic>
      </p:graphicFrame>
      <p:sp>
        <p:nvSpPr>
          <p:cNvPr id="250" name="Google Shape;250;p13"/>
          <p:cNvSpPr/>
          <p:nvPr/>
        </p:nvSpPr>
        <p:spPr>
          <a:xfrm>
            <a:off x="648212" y="2334530"/>
            <a:ext cx="3208280" cy="396156"/>
          </a:xfrm>
          <a:prstGeom prst="chevron">
            <a:avLst>
              <a:gd fmla="val 33979" name="adj"/>
            </a:avLst>
          </a:prstGeom>
          <a:solidFill>
            <a:srgbClr val="2F75FF"/>
          </a:solidFill>
          <a:ln>
            <a:noFill/>
          </a:ln>
        </p:spPr>
        <p:txBody>
          <a:bodyPr anchorCtr="0" anchor="ctr" bIns="36000" lIns="0" spcFirstLastPara="1" rIns="0" wrap="square" tIns="36000">
            <a:noAutofit/>
          </a:bodyPr>
          <a:lstStyle/>
          <a:p>
            <a:pPr indent="0" lvl="1" marL="0" marR="0" rtl="0" algn="ctr">
              <a:lnSpc>
                <a:spcPct val="109090"/>
              </a:lnSpc>
              <a:spcBef>
                <a:spcPts val="0"/>
              </a:spcBef>
              <a:spcAft>
                <a:spcPts val="0"/>
              </a:spcAft>
              <a:buNone/>
            </a:pPr>
            <a:r>
              <a:rPr b="1" i="0" lang="en-US" sz="1100" u="none" cap="none" strike="noStrike">
                <a:solidFill>
                  <a:schemeClr val="lt1"/>
                </a:solidFill>
                <a:latin typeface="Arial"/>
                <a:ea typeface="Arial"/>
                <a:cs typeface="Arial"/>
                <a:sym typeface="Arial"/>
              </a:rPr>
              <a:t>Phase 1</a:t>
            </a:r>
            <a:endParaRPr/>
          </a:p>
        </p:txBody>
      </p:sp>
      <p:sp>
        <p:nvSpPr>
          <p:cNvPr id="251" name="Google Shape;251;p13"/>
          <p:cNvSpPr/>
          <p:nvPr/>
        </p:nvSpPr>
        <p:spPr>
          <a:xfrm>
            <a:off x="3732667" y="2855231"/>
            <a:ext cx="274638" cy="274637"/>
          </a:xfrm>
          <a:prstGeom prst="triangle">
            <a:avLst>
              <a:gd fmla="val 50000" name="adj"/>
            </a:avLst>
          </a:prstGeom>
          <a:solidFill>
            <a:srgbClr val="001848"/>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252" name="Google Shape;252;p13"/>
          <p:cNvSpPr txBox="1"/>
          <p:nvPr/>
        </p:nvSpPr>
        <p:spPr>
          <a:xfrm>
            <a:off x="3990750" y="2914070"/>
            <a:ext cx="1393825" cy="2619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Milestone 2</a:t>
            </a:r>
            <a:endParaRPr/>
          </a:p>
        </p:txBody>
      </p:sp>
      <p:sp>
        <p:nvSpPr>
          <p:cNvPr id="253" name="Google Shape;253;p13"/>
          <p:cNvSpPr/>
          <p:nvPr/>
        </p:nvSpPr>
        <p:spPr>
          <a:xfrm>
            <a:off x="7021286" y="5176630"/>
            <a:ext cx="3407228" cy="396156"/>
          </a:xfrm>
          <a:prstGeom prst="chevron">
            <a:avLst>
              <a:gd fmla="val 33979" name="adj"/>
            </a:avLst>
          </a:prstGeom>
          <a:solidFill>
            <a:srgbClr val="2F75FF"/>
          </a:solidFill>
          <a:ln>
            <a:noFill/>
          </a:ln>
        </p:spPr>
        <p:txBody>
          <a:bodyPr anchorCtr="0" anchor="ctr" bIns="36000" lIns="0" spcFirstLastPara="1" rIns="0" wrap="square" tIns="36000">
            <a:noAutofit/>
          </a:bodyPr>
          <a:lstStyle/>
          <a:p>
            <a:pPr indent="0" lvl="1" marL="0" marR="0" rtl="0" algn="ctr">
              <a:lnSpc>
                <a:spcPct val="109090"/>
              </a:lnSpc>
              <a:spcBef>
                <a:spcPts val="0"/>
              </a:spcBef>
              <a:spcAft>
                <a:spcPts val="0"/>
              </a:spcAft>
              <a:buNone/>
            </a:pPr>
            <a:r>
              <a:rPr b="1" i="0" lang="en-US" sz="1100" u="none" cap="none" strike="noStrike">
                <a:solidFill>
                  <a:schemeClr val="lt1"/>
                </a:solidFill>
                <a:latin typeface="Arial"/>
                <a:ea typeface="Arial"/>
                <a:cs typeface="Arial"/>
                <a:sym typeface="Arial"/>
              </a:rPr>
              <a:t>Phase 3</a:t>
            </a:r>
            <a:endParaRPr/>
          </a:p>
        </p:txBody>
      </p:sp>
      <p:sp>
        <p:nvSpPr>
          <p:cNvPr id="254" name="Google Shape;254;p13"/>
          <p:cNvSpPr/>
          <p:nvPr/>
        </p:nvSpPr>
        <p:spPr>
          <a:xfrm>
            <a:off x="1429205" y="2855231"/>
            <a:ext cx="274638" cy="274637"/>
          </a:xfrm>
          <a:prstGeom prst="triangle">
            <a:avLst>
              <a:gd fmla="val 50000" name="adj"/>
            </a:avLst>
          </a:prstGeom>
          <a:solidFill>
            <a:srgbClr val="001848"/>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255" name="Google Shape;255;p13"/>
          <p:cNvSpPr txBox="1"/>
          <p:nvPr/>
        </p:nvSpPr>
        <p:spPr>
          <a:xfrm>
            <a:off x="1687288" y="2914070"/>
            <a:ext cx="1371600" cy="2619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Milestone 1</a:t>
            </a:r>
            <a:endParaRPr/>
          </a:p>
        </p:txBody>
      </p:sp>
      <p:sp>
        <p:nvSpPr>
          <p:cNvPr id="256" name="Google Shape;256;p13"/>
          <p:cNvSpPr/>
          <p:nvPr/>
        </p:nvSpPr>
        <p:spPr>
          <a:xfrm>
            <a:off x="3732667" y="3676259"/>
            <a:ext cx="3288619" cy="396156"/>
          </a:xfrm>
          <a:prstGeom prst="chevron">
            <a:avLst>
              <a:gd fmla="val 33979" name="adj"/>
            </a:avLst>
          </a:prstGeom>
          <a:solidFill>
            <a:srgbClr val="2F75FF"/>
          </a:solidFill>
          <a:ln>
            <a:noFill/>
          </a:ln>
        </p:spPr>
        <p:txBody>
          <a:bodyPr anchorCtr="0" anchor="ctr" bIns="36000" lIns="0" spcFirstLastPara="1" rIns="0" wrap="square" tIns="36000">
            <a:noAutofit/>
          </a:bodyPr>
          <a:lstStyle/>
          <a:p>
            <a:pPr indent="0" lvl="1" marL="0" marR="0" rtl="0" algn="ctr">
              <a:lnSpc>
                <a:spcPct val="109090"/>
              </a:lnSpc>
              <a:spcBef>
                <a:spcPts val="0"/>
              </a:spcBef>
              <a:spcAft>
                <a:spcPts val="0"/>
              </a:spcAft>
              <a:buNone/>
            </a:pPr>
            <a:r>
              <a:rPr b="1" i="0" lang="en-US" sz="1100" u="none" cap="none" strike="noStrike">
                <a:solidFill>
                  <a:schemeClr val="lt1"/>
                </a:solidFill>
                <a:latin typeface="Arial"/>
                <a:ea typeface="Arial"/>
                <a:cs typeface="Arial"/>
                <a:sym typeface="Arial"/>
              </a:rPr>
              <a:t>Phase 2</a:t>
            </a:r>
            <a:endParaRPr/>
          </a:p>
        </p:txBody>
      </p:sp>
      <p:sp>
        <p:nvSpPr>
          <p:cNvPr id="257" name="Google Shape;257;p13"/>
          <p:cNvSpPr/>
          <p:nvPr/>
        </p:nvSpPr>
        <p:spPr>
          <a:xfrm>
            <a:off x="6892585" y="4309462"/>
            <a:ext cx="274637" cy="274638"/>
          </a:xfrm>
          <a:prstGeom prst="triangle">
            <a:avLst>
              <a:gd fmla="val 50000" name="adj"/>
            </a:avLst>
          </a:prstGeom>
          <a:solidFill>
            <a:srgbClr val="001848"/>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258" name="Google Shape;258;p13"/>
          <p:cNvSpPr txBox="1"/>
          <p:nvPr/>
        </p:nvSpPr>
        <p:spPr>
          <a:xfrm>
            <a:off x="7150668" y="4368301"/>
            <a:ext cx="1258887"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Milestone 4</a:t>
            </a:r>
            <a:endParaRPr/>
          </a:p>
        </p:txBody>
      </p:sp>
      <p:sp>
        <p:nvSpPr>
          <p:cNvPr id="259" name="Google Shape;259;p13"/>
          <p:cNvSpPr/>
          <p:nvPr/>
        </p:nvSpPr>
        <p:spPr>
          <a:xfrm>
            <a:off x="4440692" y="4309462"/>
            <a:ext cx="274638" cy="274638"/>
          </a:xfrm>
          <a:prstGeom prst="triangle">
            <a:avLst>
              <a:gd fmla="val 50000" name="adj"/>
            </a:avLst>
          </a:prstGeom>
          <a:solidFill>
            <a:srgbClr val="001848"/>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260" name="Google Shape;260;p13"/>
          <p:cNvSpPr txBox="1"/>
          <p:nvPr/>
        </p:nvSpPr>
        <p:spPr>
          <a:xfrm>
            <a:off x="4698775" y="4368301"/>
            <a:ext cx="1371600"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Milestone 3</a:t>
            </a:r>
            <a:endParaRPr/>
          </a:p>
        </p:txBody>
      </p:sp>
      <p:sp>
        <p:nvSpPr>
          <p:cNvPr id="261" name="Google Shape;261;p13"/>
          <p:cNvSpPr/>
          <p:nvPr/>
        </p:nvSpPr>
        <p:spPr>
          <a:xfrm>
            <a:off x="10291195" y="5847423"/>
            <a:ext cx="274638" cy="274638"/>
          </a:xfrm>
          <a:prstGeom prst="triangle">
            <a:avLst>
              <a:gd fmla="val 50000" name="adj"/>
            </a:avLst>
          </a:prstGeom>
          <a:solidFill>
            <a:srgbClr val="001848"/>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262" name="Google Shape;262;p13"/>
          <p:cNvSpPr txBox="1"/>
          <p:nvPr/>
        </p:nvSpPr>
        <p:spPr>
          <a:xfrm>
            <a:off x="10549278" y="5906262"/>
            <a:ext cx="935151"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Milestone 6</a:t>
            </a:r>
            <a:endParaRPr/>
          </a:p>
        </p:txBody>
      </p:sp>
      <p:sp>
        <p:nvSpPr>
          <p:cNvPr id="263" name="Google Shape;263;p13"/>
          <p:cNvSpPr/>
          <p:nvPr/>
        </p:nvSpPr>
        <p:spPr>
          <a:xfrm>
            <a:off x="7881258" y="5847423"/>
            <a:ext cx="274638" cy="274638"/>
          </a:xfrm>
          <a:prstGeom prst="triangle">
            <a:avLst>
              <a:gd fmla="val 50000" name="adj"/>
            </a:avLst>
          </a:prstGeom>
          <a:solidFill>
            <a:srgbClr val="001848"/>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264" name="Google Shape;264;p13"/>
          <p:cNvSpPr txBox="1"/>
          <p:nvPr/>
        </p:nvSpPr>
        <p:spPr>
          <a:xfrm>
            <a:off x="8139341" y="5906262"/>
            <a:ext cx="1371600" cy="261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Milestone 5</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Additional Templates to create your approach (4/4)</a:t>
            </a:r>
            <a:endParaRPr/>
          </a:p>
        </p:txBody>
      </p:sp>
      <p:sp>
        <p:nvSpPr>
          <p:cNvPr id="270" name="Google Shape;270;p1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71" name="Google Shape;271;p14"/>
          <p:cNvSpPr/>
          <p:nvPr/>
        </p:nvSpPr>
        <p:spPr>
          <a:xfrm>
            <a:off x="8904514" y="562466"/>
            <a:ext cx="2682649" cy="699507"/>
          </a:xfrm>
          <a:prstGeom prst="rect">
            <a:avLst/>
          </a:prstGeom>
          <a:noFill/>
          <a:ln cap="flat" cmpd="sng" w="12700">
            <a:solidFill>
              <a:schemeClr val="dk1"/>
            </a:solidFill>
            <a:prstDash val="solid"/>
            <a:miter lim="800000"/>
            <a:headEnd len="sm" w="sm" type="none"/>
            <a:tailEnd len="sm" w="sm" type="none"/>
          </a:ln>
        </p:spPr>
        <p:txBody>
          <a:bodyPr anchorCtr="0" anchor="ctr" bIns="45700" lIns="36000" spcFirstLastPara="1" rIns="91425" wrap="square" tIns="45700">
            <a:no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Key:</a:t>
            </a:r>
            <a:endParaRPr/>
          </a:p>
        </p:txBody>
      </p:sp>
      <p:sp>
        <p:nvSpPr>
          <p:cNvPr id="272" name="Google Shape;272;p14"/>
          <p:cNvSpPr txBox="1"/>
          <p:nvPr/>
        </p:nvSpPr>
        <p:spPr>
          <a:xfrm>
            <a:off x="9939543" y="598963"/>
            <a:ext cx="1296144"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Arial"/>
                <a:ea typeface="Arial"/>
                <a:cs typeface="Arial"/>
                <a:sym typeface="Arial"/>
              </a:rPr>
              <a:t>Insert name</a:t>
            </a:r>
            <a:endParaRPr/>
          </a:p>
        </p:txBody>
      </p:sp>
      <p:sp>
        <p:nvSpPr>
          <p:cNvPr id="273" name="Google Shape;273;p14"/>
          <p:cNvSpPr/>
          <p:nvPr/>
        </p:nvSpPr>
        <p:spPr>
          <a:xfrm>
            <a:off x="9509083" y="643135"/>
            <a:ext cx="432984" cy="152400"/>
          </a:xfrm>
          <a:prstGeom prst="roundRect">
            <a:avLst>
              <a:gd fmla="val 16667" name="adj"/>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74" name="Google Shape;274;p14"/>
          <p:cNvSpPr/>
          <p:nvPr/>
        </p:nvSpPr>
        <p:spPr>
          <a:xfrm>
            <a:off x="9509083" y="834711"/>
            <a:ext cx="432984" cy="152400"/>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275" name="Google Shape;275;p14"/>
          <p:cNvSpPr/>
          <p:nvPr/>
        </p:nvSpPr>
        <p:spPr>
          <a:xfrm>
            <a:off x="9509083" y="1024539"/>
            <a:ext cx="432984" cy="152400"/>
          </a:xfrm>
          <a:prstGeom prst="roundRect">
            <a:avLst>
              <a:gd fmla="val 16667" name="adj"/>
            </a:avLst>
          </a:prstGeom>
          <a:solidFill>
            <a:srgbClr val="C5E8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76" name="Google Shape;276;p14"/>
          <p:cNvSpPr txBox="1"/>
          <p:nvPr/>
        </p:nvSpPr>
        <p:spPr>
          <a:xfrm>
            <a:off x="9939543" y="783827"/>
            <a:ext cx="1296144"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Arial"/>
                <a:ea typeface="Arial"/>
                <a:cs typeface="Arial"/>
                <a:sym typeface="Arial"/>
              </a:rPr>
              <a:t>Insert name</a:t>
            </a:r>
            <a:endParaRPr/>
          </a:p>
        </p:txBody>
      </p:sp>
      <p:sp>
        <p:nvSpPr>
          <p:cNvPr id="277" name="Google Shape;277;p14"/>
          <p:cNvSpPr txBox="1"/>
          <p:nvPr/>
        </p:nvSpPr>
        <p:spPr>
          <a:xfrm>
            <a:off x="9939543" y="965536"/>
            <a:ext cx="1296144" cy="2539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50">
                <a:solidFill>
                  <a:schemeClr val="dk1"/>
                </a:solidFill>
                <a:latin typeface="Arial"/>
                <a:ea typeface="Arial"/>
                <a:cs typeface="Arial"/>
                <a:sym typeface="Arial"/>
              </a:rPr>
              <a:t>Insert name</a:t>
            </a:r>
            <a:endParaRPr/>
          </a:p>
        </p:txBody>
      </p:sp>
      <p:graphicFrame>
        <p:nvGraphicFramePr>
          <p:cNvPr id="278" name="Google Shape;278;p14"/>
          <p:cNvGraphicFramePr/>
          <p:nvPr/>
        </p:nvGraphicFramePr>
        <p:xfrm>
          <a:off x="605184" y="1654630"/>
          <a:ext cx="3000000" cy="3000000"/>
        </p:xfrm>
        <a:graphic>
          <a:graphicData uri="http://schemas.openxmlformats.org/drawingml/2006/table">
            <a:tbl>
              <a:tblPr>
                <a:noFill/>
                <a:tableStyleId>{0298C36D-81E1-4FC0-B835-31EE851D6855}</a:tableStyleId>
              </a:tblPr>
              <a:tblGrid>
                <a:gridCol w="1665875"/>
                <a:gridCol w="1164525"/>
                <a:gridCol w="1164525"/>
                <a:gridCol w="1164525"/>
                <a:gridCol w="1164525"/>
                <a:gridCol w="1164525"/>
                <a:gridCol w="1164525"/>
                <a:gridCol w="1164525"/>
                <a:gridCol w="1164525"/>
              </a:tblGrid>
              <a:tr h="297975">
                <a:tc>
                  <a:txBody>
                    <a:bodyPr/>
                    <a:lstStyle/>
                    <a:p>
                      <a:pPr indent="0" lvl="0" marL="0" marR="0" rtl="0" algn="l">
                        <a:spcBef>
                          <a:spcPts val="0"/>
                        </a:spcBef>
                        <a:spcAft>
                          <a:spcPts val="0"/>
                        </a:spcAft>
                        <a:buNone/>
                      </a:pPr>
                      <a:r>
                        <a:t/>
                      </a:r>
                      <a:endParaRPr sz="900">
                        <a:solidFill>
                          <a:schemeClr val="lt1"/>
                        </a:solidFill>
                        <a:latin typeface="Arial"/>
                        <a:ea typeface="Arial"/>
                        <a:cs typeface="Arial"/>
                        <a:sym typeface="Arial"/>
                      </a:endParaRPr>
                    </a:p>
                  </a:txBody>
                  <a:tcPr marT="0" marB="0"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March</a:t>
                      </a:r>
                      <a:endParaRPr/>
                    </a:p>
                  </a:txBody>
                  <a:tcPr marT="0" marB="0" marR="68575" marL="68575" anchor="ctr">
                    <a:lnL cap="flat" cmpd="sng" w="9525">
                      <a:solidFill>
                        <a:srgbClr val="000000">
                          <a:alpha val="0"/>
                        </a:srgbClr>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April</a:t>
                      </a:r>
                      <a:endParaRPr/>
                    </a:p>
                  </a:txBody>
                  <a:tcPr marT="0" marB="0" marR="68575" marL="685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May</a:t>
                      </a:r>
                      <a:endParaRPr/>
                    </a:p>
                  </a:txBody>
                  <a:tcPr marT="0" marB="0" marR="68575" marL="685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June</a:t>
                      </a:r>
                      <a:endParaRPr/>
                    </a:p>
                  </a:txBody>
                  <a:tcPr marT="0" marB="0" marR="68575" marL="685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July</a:t>
                      </a:r>
                      <a:endParaRPr/>
                    </a:p>
                  </a:txBody>
                  <a:tcPr marT="0" marB="0" marR="68575" marL="685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August</a:t>
                      </a:r>
                      <a:endParaRPr/>
                    </a:p>
                  </a:txBody>
                  <a:tcPr marT="0" marB="0" marR="68575" marL="685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Sept</a:t>
                      </a:r>
                      <a:endParaRPr/>
                    </a:p>
                  </a:txBody>
                  <a:tcPr marT="0" marB="0" marR="68575" marL="68575"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October</a:t>
                      </a:r>
                      <a:endParaRPr/>
                    </a:p>
                  </a:txBody>
                  <a:tcPr marT="0" marB="0" marR="68575" marL="68575" anchor="ctr">
                    <a:lnL cap="flat" cmpd="sng" w="12700">
                      <a:solidFill>
                        <a:srgbClr val="FFFFF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dk1"/>
                    </a:solidFill>
                  </a:tcPr>
                </a:tc>
              </a:tr>
              <a:tr h="631175">
                <a:tc>
                  <a:txBody>
                    <a:bodyPr/>
                    <a:lstStyle/>
                    <a:p>
                      <a:pPr indent="0" lvl="1" marL="0" marR="0" rtl="0" algn="ctr">
                        <a:lnSpc>
                          <a:spcPct val="100000"/>
                        </a:lnSpc>
                        <a:spcBef>
                          <a:spcPts val="0"/>
                        </a:spcBef>
                        <a:spcAft>
                          <a:spcPts val="0"/>
                        </a:spcAft>
                        <a:buClr>
                          <a:schemeClr val="lt1"/>
                        </a:buClr>
                        <a:buSzPts val="1400"/>
                        <a:buFont typeface="Arial"/>
                        <a:buNone/>
                      </a:pPr>
                      <a:r>
                        <a:rPr b="1" lang="en-US" sz="1400" u="none" cap="none" strike="noStrike">
                          <a:solidFill>
                            <a:schemeClr val="lt1"/>
                          </a:solidFill>
                          <a:latin typeface="Arial"/>
                          <a:ea typeface="Arial"/>
                          <a:cs typeface="Arial"/>
                          <a:sym typeface="Arial"/>
                        </a:rPr>
                        <a:t>Insert name</a:t>
                      </a:r>
                      <a:endParaRPr b="0" i="1" sz="1100" u="none" cap="none" strike="noStrike">
                        <a:solidFill>
                          <a:schemeClr val="lt1"/>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BFBFBF"/>
                      </a:solidFill>
                      <a:prstDash val="solid"/>
                      <a:round/>
                      <a:headEnd len="sm" w="sm" type="none"/>
                      <a:tailEnd len="sm" w="sm" type="none"/>
                    </a:lnB>
                  </a:tcPr>
                </a:tc>
              </a:tr>
              <a:tr h="631175">
                <a:tc>
                  <a:txBody>
                    <a:bodyPr/>
                    <a:lstStyle/>
                    <a:p>
                      <a:pPr indent="0" lvl="1"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Insert name</a:t>
                      </a:r>
                      <a:endParaRPr b="0" i="1" sz="1100" u="none" cap="none" strike="noStrike">
                        <a:solidFill>
                          <a:srgbClr val="FFFFFF"/>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631175">
                <a:tc>
                  <a:txBody>
                    <a:bodyPr/>
                    <a:lstStyle/>
                    <a:p>
                      <a:pPr indent="0" lvl="1"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Insert name</a:t>
                      </a:r>
                      <a:endParaRPr b="0" i="1" sz="1100" u="none" cap="none" strike="noStrike">
                        <a:solidFill>
                          <a:srgbClr val="FFFFFF"/>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631175">
                <a:tc>
                  <a:txBody>
                    <a:bodyPr/>
                    <a:lstStyle/>
                    <a:p>
                      <a:pPr indent="0" lvl="1"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Insert name</a:t>
                      </a:r>
                      <a:endParaRPr b="0" i="1" sz="1100" u="none" cap="none" strike="noStrike">
                        <a:solidFill>
                          <a:srgbClr val="FFFFFF"/>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631175">
                <a:tc>
                  <a:txBody>
                    <a:bodyPr/>
                    <a:lstStyle/>
                    <a:p>
                      <a:pPr indent="0" lvl="1"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Insert name</a:t>
                      </a:r>
                      <a:endParaRPr b="0" i="1" sz="1100" u="none" cap="none" strike="noStrike">
                        <a:solidFill>
                          <a:srgbClr val="FFFFFF"/>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631175">
                <a:tc>
                  <a:txBody>
                    <a:bodyPr/>
                    <a:lstStyle/>
                    <a:p>
                      <a:pPr indent="0" lvl="1"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Insert name</a:t>
                      </a:r>
                      <a:endParaRPr b="0" i="1" sz="1100" u="none" cap="none" strike="noStrike">
                        <a:solidFill>
                          <a:srgbClr val="FFFFFF"/>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631175">
                <a:tc>
                  <a:txBody>
                    <a:bodyPr/>
                    <a:lstStyle/>
                    <a:p>
                      <a:pPr indent="0" lvl="1"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Insert name</a:t>
                      </a:r>
                      <a:endParaRPr b="0" i="1" sz="1100" u="none" cap="none" strike="noStrike">
                        <a:solidFill>
                          <a:srgbClr val="FFFFFF"/>
                        </a:solidFill>
                        <a:latin typeface="Arial"/>
                        <a:ea typeface="Arial"/>
                        <a:cs typeface="Arial"/>
                        <a:sym typeface="Arial"/>
                      </a:endParaRPr>
                    </a:p>
                  </a:txBody>
                  <a:tcPr marT="0" marB="0" marR="68575" marL="68575" anchor="ctr">
                    <a:lnL cap="flat" cmpd="sng" w="9525">
                      <a:solidFill>
                        <a:schemeClr val="dk1"/>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12700">
                      <a:solidFill>
                        <a:srgbClr val="FFFFF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a:txBody>
                  <a:tcPr marT="0" marB="0" marR="68575" marL="68575"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79" name="Google Shape;279;p14"/>
          <p:cNvSpPr/>
          <p:nvPr/>
        </p:nvSpPr>
        <p:spPr>
          <a:xfrm>
            <a:off x="2909225" y="2179869"/>
            <a:ext cx="2005993" cy="216024"/>
          </a:xfrm>
          <a:prstGeom prst="roundRect">
            <a:avLst>
              <a:gd fmla="val 16667" name="adj"/>
            </a:avLst>
          </a:prstGeom>
          <a:solidFill>
            <a:srgbClr val="C5E8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80" name="Google Shape;280;p14"/>
          <p:cNvSpPr/>
          <p:nvPr/>
        </p:nvSpPr>
        <p:spPr>
          <a:xfrm>
            <a:off x="4909039" y="2806757"/>
            <a:ext cx="513161" cy="216024"/>
          </a:xfrm>
          <a:prstGeom prst="roundRect">
            <a:avLst>
              <a:gd fmla="val 16667" name="adj"/>
            </a:avLst>
          </a:prstGeom>
          <a:solidFill>
            <a:srgbClr val="C5E8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81" name="Google Shape;281;p14"/>
          <p:cNvSpPr/>
          <p:nvPr/>
        </p:nvSpPr>
        <p:spPr>
          <a:xfrm>
            <a:off x="5784222" y="2179869"/>
            <a:ext cx="559812" cy="216024"/>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282" name="Google Shape;282;p14"/>
          <p:cNvSpPr/>
          <p:nvPr/>
        </p:nvSpPr>
        <p:spPr>
          <a:xfrm>
            <a:off x="4962097" y="3441181"/>
            <a:ext cx="513161" cy="216024"/>
          </a:xfrm>
          <a:prstGeom prst="roundRect">
            <a:avLst>
              <a:gd fmla="val 16667" name="adj"/>
            </a:avLst>
          </a:prstGeom>
          <a:solidFill>
            <a:srgbClr val="C5E8F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83" name="Google Shape;283;p14"/>
          <p:cNvSpPr/>
          <p:nvPr/>
        </p:nvSpPr>
        <p:spPr>
          <a:xfrm>
            <a:off x="7486413" y="4678965"/>
            <a:ext cx="1446181" cy="216024"/>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284" name="Google Shape;284;p14"/>
          <p:cNvSpPr/>
          <p:nvPr/>
        </p:nvSpPr>
        <p:spPr>
          <a:xfrm>
            <a:off x="8899067" y="5327037"/>
            <a:ext cx="1492832" cy="216024"/>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285" name="Google Shape;285;p14"/>
          <p:cNvSpPr/>
          <p:nvPr/>
        </p:nvSpPr>
        <p:spPr>
          <a:xfrm>
            <a:off x="4962097" y="4075605"/>
            <a:ext cx="513161" cy="216024"/>
          </a:xfrm>
          <a:prstGeom prst="roundRect">
            <a:avLst>
              <a:gd fmla="val 16667" name="adj"/>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286" name="Google Shape;286;p14"/>
          <p:cNvSpPr/>
          <p:nvPr/>
        </p:nvSpPr>
        <p:spPr>
          <a:xfrm>
            <a:off x="5784222" y="2806757"/>
            <a:ext cx="559812" cy="216024"/>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287" name="Google Shape;287;p14"/>
          <p:cNvSpPr/>
          <p:nvPr/>
        </p:nvSpPr>
        <p:spPr>
          <a:xfrm>
            <a:off x="7481530" y="2806757"/>
            <a:ext cx="4105287" cy="216024"/>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
        <p:nvSpPr>
          <p:cNvPr id="288" name="Google Shape;288;p14"/>
          <p:cNvSpPr/>
          <p:nvPr/>
        </p:nvSpPr>
        <p:spPr>
          <a:xfrm>
            <a:off x="8899067" y="5944045"/>
            <a:ext cx="1492832" cy="216024"/>
          </a:xfrm>
          <a:prstGeom prst="roundRect">
            <a:avLst>
              <a:gd fmla="val 16667" name="adj"/>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FFFFFF"/>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Example of Approach</a:t>
            </a:r>
            <a:endParaRPr/>
          </a:p>
        </p:txBody>
      </p:sp>
      <p:sp>
        <p:nvSpPr>
          <p:cNvPr id="294" name="Google Shape;294;p1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95" name="Google Shape;295;p15"/>
          <p:cNvSpPr txBox="1"/>
          <p:nvPr/>
        </p:nvSpPr>
        <p:spPr>
          <a:xfrm>
            <a:off x="620487" y="2843673"/>
            <a:ext cx="33477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Start the conversation</a:t>
            </a:r>
            <a:endParaRPr/>
          </a:p>
        </p:txBody>
      </p:sp>
      <p:sp>
        <p:nvSpPr>
          <p:cNvPr id="296" name="Google Shape;296;p15"/>
          <p:cNvSpPr txBox="1"/>
          <p:nvPr/>
        </p:nvSpPr>
        <p:spPr>
          <a:xfrm>
            <a:off x="4429964" y="2214775"/>
            <a:ext cx="33477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Build the story</a:t>
            </a:r>
            <a:endParaRPr/>
          </a:p>
        </p:txBody>
      </p:sp>
      <p:sp>
        <p:nvSpPr>
          <p:cNvPr id="297" name="Google Shape;297;p15"/>
          <p:cNvSpPr txBox="1"/>
          <p:nvPr/>
        </p:nvSpPr>
        <p:spPr>
          <a:xfrm>
            <a:off x="8239441" y="1642933"/>
            <a:ext cx="3347722"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Inspire action</a:t>
            </a:r>
            <a:endParaRPr/>
          </a:p>
        </p:txBody>
      </p:sp>
      <p:cxnSp>
        <p:nvCxnSpPr>
          <p:cNvPr id="298" name="Google Shape;298;p15"/>
          <p:cNvCxnSpPr/>
          <p:nvPr/>
        </p:nvCxnSpPr>
        <p:spPr>
          <a:xfrm>
            <a:off x="620487" y="6132540"/>
            <a:ext cx="10966676" cy="0"/>
          </a:xfrm>
          <a:prstGeom prst="straightConnector1">
            <a:avLst/>
          </a:prstGeom>
          <a:noFill/>
          <a:ln cap="flat" cmpd="sng" w="12700">
            <a:solidFill>
              <a:srgbClr val="727272"/>
            </a:solidFill>
            <a:prstDash val="dash"/>
            <a:miter lim="800000"/>
            <a:headEnd len="sm" w="sm" type="none"/>
            <a:tailEnd len="med" w="med" type="stealth"/>
          </a:ln>
        </p:spPr>
      </p:cxnSp>
      <p:sp>
        <p:nvSpPr>
          <p:cNvPr id="299" name="Google Shape;299;p15"/>
          <p:cNvSpPr txBox="1"/>
          <p:nvPr/>
        </p:nvSpPr>
        <p:spPr>
          <a:xfrm>
            <a:off x="4429964" y="5978652"/>
            <a:ext cx="3347722" cy="307777"/>
          </a:xfrm>
          <a:prstGeom prst="rect">
            <a:avLst/>
          </a:prstGeom>
          <a:solidFill>
            <a:srgbClr val="F7F7F7"/>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INSERT INITIATIVE NAME</a:t>
            </a:r>
            <a:endParaRPr/>
          </a:p>
        </p:txBody>
      </p:sp>
      <p:sp>
        <p:nvSpPr>
          <p:cNvPr id="300" name="Google Shape;300;p15"/>
          <p:cNvSpPr/>
          <p:nvPr/>
        </p:nvSpPr>
        <p:spPr>
          <a:xfrm>
            <a:off x="620487" y="3215178"/>
            <a:ext cx="3347722" cy="251559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A staggered launch approach to introduce the new vision of the company</a:t>
            </a:r>
            <a:endParaRPr sz="1200">
              <a:solidFill>
                <a:schemeClr val="dk1"/>
              </a:solidFill>
              <a:latin typeface="Arial"/>
              <a:ea typeface="Arial"/>
              <a:cs typeface="Arial"/>
              <a:sym typeface="Arial"/>
            </a:endParaRPr>
          </a:p>
        </p:txBody>
      </p:sp>
      <p:sp>
        <p:nvSpPr>
          <p:cNvPr id="301" name="Google Shape;301;p15"/>
          <p:cNvSpPr/>
          <p:nvPr/>
        </p:nvSpPr>
        <p:spPr>
          <a:xfrm>
            <a:off x="4429964" y="2586280"/>
            <a:ext cx="3347722" cy="314449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Use of strategic key messages across all communications to ensure consistency and clarity of message.</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The use of story-telling to bring the vision to life. Use real-life case studies to illustrate our key messages.</a:t>
            </a:r>
            <a:endParaRPr/>
          </a:p>
        </p:txBody>
      </p:sp>
      <p:sp>
        <p:nvSpPr>
          <p:cNvPr id="302" name="Google Shape;302;p15"/>
          <p:cNvSpPr/>
          <p:nvPr/>
        </p:nvSpPr>
        <p:spPr>
          <a:xfrm>
            <a:off x="8239441" y="2035994"/>
            <a:ext cx="3347722" cy="369477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Create a sense of excitement for our new vision with a creative campaign including postcards, stickers and/or posters. </a:t>
            </a:r>
            <a:endParaRPr/>
          </a:p>
          <a:p>
            <a:pPr indent="0" lvl="0" marL="0" marR="0" rtl="0" algn="l">
              <a:spcBef>
                <a:spcPts val="600"/>
              </a:spcBef>
              <a:spcAft>
                <a:spcPts val="0"/>
              </a:spcAft>
              <a:buNone/>
            </a:pPr>
            <a:r>
              <a:rPr lang="en-US" sz="1200">
                <a:solidFill>
                  <a:schemeClr val="dk1"/>
                </a:solidFill>
                <a:latin typeface="Arial"/>
                <a:ea typeface="Arial"/>
                <a:cs typeface="Arial"/>
                <a:sym typeface="Arial"/>
              </a:rPr>
              <a:t>Targeted communications with specific messages for highly impacted colleagues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Communication Principles</a:t>
            </a:r>
            <a:br>
              <a:rPr lang="en-US"/>
            </a:br>
            <a:r>
              <a:rPr b="0" lang="en-US"/>
              <a:t>We will follow [insert your own number] overarching principles</a:t>
            </a:r>
            <a:endParaRPr/>
          </a:p>
        </p:txBody>
      </p:sp>
      <p:sp>
        <p:nvSpPr>
          <p:cNvPr id="308" name="Google Shape;308;p1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09" name="Google Shape;309;p16"/>
          <p:cNvSpPr/>
          <p:nvPr/>
        </p:nvSpPr>
        <p:spPr>
          <a:xfrm>
            <a:off x="613087" y="1682580"/>
            <a:ext cx="1955738" cy="8531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Communicate with purpose</a:t>
            </a:r>
            <a:endParaRPr/>
          </a:p>
        </p:txBody>
      </p:sp>
      <p:sp>
        <p:nvSpPr>
          <p:cNvPr id="310" name="Google Shape;310;p16"/>
          <p:cNvSpPr/>
          <p:nvPr/>
        </p:nvSpPr>
        <p:spPr>
          <a:xfrm>
            <a:off x="2681526" y="1682580"/>
            <a:ext cx="8905636" cy="8531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0C2870"/>
                </a:solidFill>
                <a:latin typeface="Arial"/>
                <a:ea typeface="Arial"/>
                <a:cs typeface="Arial"/>
                <a:sym typeface="Arial"/>
              </a:rPr>
              <a:t>We communicate when there is a clear purpose and/or there is a clear call to action for the audience.</a:t>
            </a:r>
            <a:endParaRPr/>
          </a:p>
        </p:txBody>
      </p:sp>
      <p:sp>
        <p:nvSpPr>
          <p:cNvPr id="311" name="Google Shape;311;p16"/>
          <p:cNvSpPr/>
          <p:nvPr/>
        </p:nvSpPr>
        <p:spPr>
          <a:xfrm>
            <a:off x="613087" y="2638707"/>
            <a:ext cx="1955738" cy="8531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Minimize noise</a:t>
            </a:r>
            <a:endParaRPr/>
          </a:p>
        </p:txBody>
      </p:sp>
      <p:sp>
        <p:nvSpPr>
          <p:cNvPr id="312" name="Google Shape;312;p16"/>
          <p:cNvSpPr/>
          <p:nvPr/>
        </p:nvSpPr>
        <p:spPr>
          <a:xfrm>
            <a:off x="2681526" y="2638707"/>
            <a:ext cx="8905636" cy="8531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0C2870"/>
                </a:solidFill>
                <a:latin typeface="Arial"/>
                <a:ea typeface="Arial"/>
                <a:cs typeface="Arial"/>
                <a:sym typeface="Arial"/>
              </a:rPr>
              <a:t>We communicate using a holistic approach through existing channels wherever possible to limit the number of communications colleagues receive.</a:t>
            </a:r>
            <a:endParaRPr/>
          </a:p>
        </p:txBody>
      </p:sp>
      <p:sp>
        <p:nvSpPr>
          <p:cNvPr id="313" name="Google Shape;313;p16"/>
          <p:cNvSpPr/>
          <p:nvPr/>
        </p:nvSpPr>
        <p:spPr>
          <a:xfrm>
            <a:off x="613087" y="3594834"/>
            <a:ext cx="1955738" cy="8531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Clear and concise</a:t>
            </a:r>
            <a:endParaRPr/>
          </a:p>
        </p:txBody>
      </p:sp>
      <p:sp>
        <p:nvSpPr>
          <p:cNvPr id="314" name="Google Shape;314;p16"/>
          <p:cNvSpPr/>
          <p:nvPr/>
        </p:nvSpPr>
        <p:spPr>
          <a:xfrm>
            <a:off x="2681526" y="3594834"/>
            <a:ext cx="8905636" cy="8531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0C2870"/>
                </a:solidFill>
                <a:latin typeface="Arial"/>
                <a:ea typeface="Arial"/>
                <a:cs typeface="Arial"/>
                <a:sym typeface="Arial"/>
              </a:rPr>
              <a:t>We use clear, concise and plain language in all our communications. We don’t assume knowledge and avoid the use of jargon and acronyms wherever possible.</a:t>
            </a:r>
            <a:endParaRPr/>
          </a:p>
        </p:txBody>
      </p:sp>
      <p:sp>
        <p:nvSpPr>
          <p:cNvPr id="315" name="Google Shape;315;p16"/>
          <p:cNvSpPr/>
          <p:nvPr/>
        </p:nvSpPr>
        <p:spPr>
          <a:xfrm>
            <a:off x="613087" y="4550961"/>
            <a:ext cx="1955738" cy="8531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Leader-led</a:t>
            </a:r>
            <a:endParaRPr/>
          </a:p>
        </p:txBody>
      </p:sp>
      <p:sp>
        <p:nvSpPr>
          <p:cNvPr id="316" name="Google Shape;316;p16"/>
          <p:cNvSpPr/>
          <p:nvPr/>
        </p:nvSpPr>
        <p:spPr>
          <a:xfrm>
            <a:off x="2681526" y="4550961"/>
            <a:ext cx="8905636" cy="8531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0C2870"/>
                </a:solidFill>
                <a:latin typeface="Arial"/>
                <a:ea typeface="Arial"/>
                <a:cs typeface="Arial"/>
                <a:sym typeface="Arial"/>
              </a:rPr>
              <a:t>We engage business leaders before we communicate more broadly to colleagues so they can help us lead change within impacted teams.</a:t>
            </a:r>
            <a:endParaRPr/>
          </a:p>
        </p:txBody>
      </p:sp>
      <p:sp>
        <p:nvSpPr>
          <p:cNvPr id="317" name="Google Shape;317;p16"/>
          <p:cNvSpPr/>
          <p:nvPr/>
        </p:nvSpPr>
        <p:spPr>
          <a:xfrm>
            <a:off x="613087" y="5507089"/>
            <a:ext cx="1955738" cy="85311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Governance</a:t>
            </a:r>
            <a:endParaRPr/>
          </a:p>
        </p:txBody>
      </p:sp>
      <p:sp>
        <p:nvSpPr>
          <p:cNvPr id="318" name="Google Shape;318;p16"/>
          <p:cNvSpPr/>
          <p:nvPr/>
        </p:nvSpPr>
        <p:spPr>
          <a:xfrm>
            <a:off x="2681526" y="5507089"/>
            <a:ext cx="8905636" cy="85311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0C2870"/>
                </a:solidFill>
                <a:latin typeface="Arial"/>
                <a:ea typeface="Arial"/>
                <a:cs typeface="Arial"/>
                <a:sym typeface="Arial"/>
              </a:rPr>
              <a:t>Communications are issued following an agreed governance and </a:t>
            </a:r>
            <a:endParaRPr/>
          </a:p>
          <a:p>
            <a:pPr indent="0" lvl="0" marL="0" marR="0" rtl="0" algn="l">
              <a:spcBef>
                <a:spcPts val="400"/>
              </a:spcBef>
              <a:spcAft>
                <a:spcPts val="0"/>
              </a:spcAft>
              <a:buNone/>
            </a:pPr>
            <a:r>
              <a:rPr lang="en-US" sz="1200">
                <a:solidFill>
                  <a:srgbClr val="0C2870"/>
                </a:solidFill>
                <a:latin typeface="Arial"/>
                <a:ea typeface="Arial"/>
                <a:cs typeface="Arial"/>
                <a:sym typeface="Arial"/>
              </a:rPr>
              <a:t>approvals process.</a:t>
            </a:r>
            <a:endParaRPr/>
          </a:p>
        </p:txBody>
      </p:sp>
      <p:sp>
        <p:nvSpPr>
          <p:cNvPr id="319" name="Google Shape;319;p16"/>
          <p:cNvSpPr/>
          <p:nvPr/>
        </p:nvSpPr>
        <p:spPr>
          <a:xfrm>
            <a:off x="4452257" y="691982"/>
            <a:ext cx="4598343" cy="990598"/>
          </a:xfrm>
          <a:prstGeom prst="wedgeRoundRectCallout">
            <a:avLst>
              <a:gd fmla="val -45629" name="adj1"/>
              <a:gd fmla="val 7013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See below examples of communication principles commonly used by Fortune 500 companies</a:t>
            </a:r>
            <a:endParaRPr b="1" sz="1050">
              <a:solidFill>
                <a:srgbClr val="0C287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Overarching messages</a:t>
            </a:r>
            <a:br>
              <a:rPr lang="en-US"/>
            </a:br>
            <a:r>
              <a:rPr b="0" lang="en-US"/>
              <a:t>We need to deliver [insert your own number] overarching messages</a:t>
            </a:r>
            <a:endParaRPr/>
          </a:p>
        </p:txBody>
      </p:sp>
      <p:sp>
        <p:nvSpPr>
          <p:cNvPr id="325" name="Google Shape;325;p1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26" name="Google Shape;326;p17"/>
          <p:cNvSpPr/>
          <p:nvPr/>
        </p:nvSpPr>
        <p:spPr>
          <a:xfrm>
            <a:off x="613087" y="1682580"/>
            <a:ext cx="2958403" cy="4575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Message Title</a:t>
            </a:r>
            <a:endParaRPr/>
          </a:p>
        </p:txBody>
      </p:sp>
      <p:sp>
        <p:nvSpPr>
          <p:cNvPr id="327" name="Google Shape;327;p17"/>
          <p:cNvSpPr/>
          <p:nvPr/>
        </p:nvSpPr>
        <p:spPr>
          <a:xfrm>
            <a:off x="3656326" y="1682580"/>
            <a:ext cx="7922587" cy="4575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Message</a:t>
            </a:r>
            <a:endParaRPr/>
          </a:p>
        </p:txBody>
      </p:sp>
      <p:sp>
        <p:nvSpPr>
          <p:cNvPr id="328" name="Google Shape;328;p17"/>
          <p:cNvSpPr/>
          <p:nvPr/>
        </p:nvSpPr>
        <p:spPr>
          <a:xfrm>
            <a:off x="613087" y="2217166"/>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title of your message #1</a:t>
            </a:r>
            <a:endParaRPr/>
          </a:p>
        </p:txBody>
      </p:sp>
      <p:sp>
        <p:nvSpPr>
          <p:cNvPr id="329" name="Google Shape;329;p17"/>
          <p:cNvSpPr/>
          <p:nvPr/>
        </p:nvSpPr>
        <p:spPr>
          <a:xfrm>
            <a:off x="3656326" y="2217166"/>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sz="1200">
              <a:solidFill>
                <a:schemeClr val="dk1"/>
              </a:solidFill>
              <a:latin typeface="Arial"/>
              <a:ea typeface="Arial"/>
              <a:cs typeface="Arial"/>
              <a:sym typeface="Arial"/>
            </a:endParaRPr>
          </a:p>
        </p:txBody>
      </p:sp>
      <p:sp>
        <p:nvSpPr>
          <p:cNvPr id="330" name="Google Shape;330;p17"/>
          <p:cNvSpPr/>
          <p:nvPr/>
        </p:nvSpPr>
        <p:spPr>
          <a:xfrm>
            <a:off x="613087" y="3064021"/>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title of your message #2</a:t>
            </a:r>
            <a:endParaRPr/>
          </a:p>
        </p:txBody>
      </p:sp>
      <p:sp>
        <p:nvSpPr>
          <p:cNvPr id="331" name="Google Shape;331;p17"/>
          <p:cNvSpPr/>
          <p:nvPr/>
        </p:nvSpPr>
        <p:spPr>
          <a:xfrm>
            <a:off x="3656326" y="3064021"/>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32" name="Google Shape;332;p17"/>
          <p:cNvSpPr/>
          <p:nvPr/>
        </p:nvSpPr>
        <p:spPr>
          <a:xfrm>
            <a:off x="613087" y="3910876"/>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title of your message #3</a:t>
            </a:r>
            <a:endParaRPr/>
          </a:p>
        </p:txBody>
      </p:sp>
      <p:sp>
        <p:nvSpPr>
          <p:cNvPr id="333" name="Google Shape;333;p17"/>
          <p:cNvSpPr/>
          <p:nvPr/>
        </p:nvSpPr>
        <p:spPr>
          <a:xfrm>
            <a:off x="3656326" y="3910876"/>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34" name="Google Shape;334;p17"/>
          <p:cNvSpPr/>
          <p:nvPr/>
        </p:nvSpPr>
        <p:spPr>
          <a:xfrm>
            <a:off x="613087" y="4757731"/>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title of your message #4</a:t>
            </a:r>
            <a:endParaRPr/>
          </a:p>
        </p:txBody>
      </p:sp>
      <p:sp>
        <p:nvSpPr>
          <p:cNvPr id="335" name="Google Shape;335;p17"/>
          <p:cNvSpPr/>
          <p:nvPr/>
        </p:nvSpPr>
        <p:spPr>
          <a:xfrm>
            <a:off x="3656326" y="4757731"/>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36" name="Google Shape;336;p17"/>
          <p:cNvSpPr/>
          <p:nvPr/>
        </p:nvSpPr>
        <p:spPr>
          <a:xfrm>
            <a:off x="613087" y="5604588"/>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title of your message #5</a:t>
            </a:r>
            <a:endParaRPr/>
          </a:p>
        </p:txBody>
      </p:sp>
      <p:sp>
        <p:nvSpPr>
          <p:cNvPr id="337" name="Google Shape;337;p17"/>
          <p:cNvSpPr/>
          <p:nvPr/>
        </p:nvSpPr>
        <p:spPr>
          <a:xfrm>
            <a:off x="3656326" y="5604588"/>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38" name="Google Shape;338;p17"/>
          <p:cNvSpPr/>
          <p:nvPr/>
        </p:nvSpPr>
        <p:spPr>
          <a:xfrm>
            <a:off x="6553200" y="1269634"/>
            <a:ext cx="4598343" cy="990598"/>
          </a:xfrm>
          <a:prstGeom prst="wedgeRoundRectCallout">
            <a:avLst>
              <a:gd fmla="val -45629" name="adj1"/>
              <a:gd fmla="val 7013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To fill in this slide, check the next slide which will help you brainstorm and define your key messages.</a:t>
            </a:r>
            <a:endParaRPr b="1" sz="1050">
              <a:solidFill>
                <a:srgbClr val="0C287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8"/>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This slide will help you brainstorm and define the key </a:t>
            </a:r>
            <a:br>
              <a:rPr lang="en-US"/>
            </a:br>
            <a:r>
              <a:rPr lang="en-US"/>
              <a:t>messages that you want to communicate</a:t>
            </a:r>
            <a:endParaRPr/>
          </a:p>
        </p:txBody>
      </p:sp>
      <p:sp>
        <p:nvSpPr>
          <p:cNvPr id="344" name="Google Shape;344;p1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pSp>
        <p:nvGrpSpPr>
          <p:cNvPr id="345" name="Google Shape;345;p18"/>
          <p:cNvGrpSpPr/>
          <p:nvPr/>
        </p:nvGrpSpPr>
        <p:grpSpPr>
          <a:xfrm>
            <a:off x="9882032" y="674544"/>
            <a:ext cx="1705131" cy="472482"/>
            <a:chOff x="4521200" y="1143000"/>
            <a:chExt cx="1457325" cy="774700"/>
          </a:xfrm>
        </p:grpSpPr>
        <p:sp>
          <p:nvSpPr>
            <p:cNvPr id="346" name="Google Shape;346;p18"/>
            <p:cNvSpPr/>
            <p:nvPr/>
          </p:nvSpPr>
          <p:spPr>
            <a:xfrm>
              <a:off x="4521200" y="1143000"/>
              <a:ext cx="1457325" cy="774700"/>
            </a:xfrm>
            <a:prstGeom prst="rect">
              <a:avLst/>
            </a:prstGeom>
            <a:solidFill>
              <a:schemeClr val="lt1"/>
            </a:solidFill>
            <a:ln cap="flat" cmpd="sng" w="69850">
              <a:solidFill>
                <a:schemeClr val="accent1"/>
              </a:solidFill>
              <a:prstDash val="solid"/>
              <a:miter lim="800000"/>
              <a:headEnd len="sm" w="sm" type="none"/>
              <a:tailEnd len="sm" w="sm" type="none"/>
            </a:ln>
          </p:spPr>
          <p:txBody>
            <a:bodyPr anchorCtr="0" anchor="ctr" bIns="50950" lIns="101900" spcFirstLastPara="1" rIns="101900" wrap="square" tIns="5095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47" name="Google Shape;347;p18"/>
            <p:cNvSpPr txBox="1"/>
            <p:nvPr/>
          </p:nvSpPr>
          <p:spPr>
            <a:xfrm>
              <a:off x="4617499" y="1334220"/>
              <a:ext cx="1264727" cy="40371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Brainstorming</a:t>
              </a:r>
              <a:endParaRPr/>
            </a:p>
          </p:txBody>
        </p:sp>
        <p:cxnSp>
          <p:nvCxnSpPr>
            <p:cNvPr id="348" name="Google Shape;348;p18"/>
            <p:cNvCxnSpPr/>
            <p:nvPr/>
          </p:nvCxnSpPr>
          <p:spPr>
            <a:xfrm>
              <a:off x="4625975" y="1271588"/>
              <a:ext cx="1247775" cy="1587"/>
            </a:xfrm>
            <a:prstGeom prst="straightConnector1">
              <a:avLst/>
            </a:prstGeom>
            <a:noFill/>
            <a:ln cap="flat" cmpd="sng" w="38100">
              <a:solidFill>
                <a:schemeClr val="accent1"/>
              </a:solidFill>
              <a:prstDash val="solid"/>
              <a:miter lim="800000"/>
              <a:headEnd len="sm" w="sm" type="none"/>
              <a:tailEnd len="sm" w="sm" type="none"/>
            </a:ln>
          </p:spPr>
        </p:cxnSp>
        <p:cxnSp>
          <p:nvCxnSpPr>
            <p:cNvPr id="349" name="Google Shape;349;p18"/>
            <p:cNvCxnSpPr/>
            <p:nvPr/>
          </p:nvCxnSpPr>
          <p:spPr>
            <a:xfrm>
              <a:off x="4625975" y="1789113"/>
              <a:ext cx="1247775" cy="1587"/>
            </a:xfrm>
            <a:prstGeom prst="straightConnector1">
              <a:avLst/>
            </a:prstGeom>
            <a:noFill/>
            <a:ln cap="flat" cmpd="sng" w="38100">
              <a:solidFill>
                <a:schemeClr val="accent1"/>
              </a:solidFill>
              <a:prstDash val="solid"/>
              <a:miter lim="800000"/>
              <a:headEnd len="sm" w="sm" type="none"/>
              <a:tailEnd len="sm" w="sm" type="none"/>
            </a:ln>
          </p:spPr>
        </p:cxnSp>
      </p:grpSp>
      <p:sp>
        <p:nvSpPr>
          <p:cNvPr id="350" name="Google Shape;350;p18"/>
          <p:cNvSpPr/>
          <p:nvPr/>
        </p:nvSpPr>
        <p:spPr>
          <a:xfrm>
            <a:off x="613087" y="1649921"/>
            <a:ext cx="1564056" cy="1098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lt1"/>
                </a:solidFill>
                <a:latin typeface="Arial"/>
                <a:ea typeface="Arial"/>
                <a:cs typeface="Arial"/>
                <a:sym typeface="Arial"/>
              </a:rPr>
              <a:t>Messages about the business today</a:t>
            </a:r>
            <a:endParaRPr/>
          </a:p>
        </p:txBody>
      </p:sp>
      <p:sp>
        <p:nvSpPr>
          <p:cNvPr id="351" name="Google Shape;351;p18"/>
          <p:cNvSpPr/>
          <p:nvPr/>
        </p:nvSpPr>
        <p:spPr>
          <a:xfrm>
            <a:off x="2253343" y="1649921"/>
            <a:ext cx="9333819" cy="1097726"/>
          </a:xfrm>
          <a:prstGeom prst="rect">
            <a:avLst/>
          </a:prstGeom>
          <a:solidFill>
            <a:schemeClr val="lt1"/>
          </a:solidFill>
          <a:ln>
            <a:noFill/>
          </a:ln>
        </p:spPr>
        <p:txBody>
          <a:bodyPr anchorCtr="0" anchor="t" bIns="45700" lIns="91425" spcFirstLastPara="1" rIns="91425" wrap="square" tIns="45700">
            <a:spAutoFit/>
          </a:bodyPr>
          <a:lstStyle/>
          <a:p>
            <a:pPr indent="-112713" lvl="0" marL="112713" marR="0" rtl="0" algn="l">
              <a:spcBef>
                <a:spcPts val="0"/>
              </a:spcBef>
              <a:spcAft>
                <a:spcPts val="0"/>
              </a:spcAft>
              <a:buClr>
                <a:schemeClr val="dk1"/>
              </a:buClr>
              <a:buSzPts val="950"/>
              <a:buFont typeface="Arial"/>
              <a:buChar char="•"/>
            </a:pPr>
            <a:r>
              <a:rPr lang="en-US" sz="950">
                <a:solidFill>
                  <a:schemeClr val="dk1"/>
                </a:solidFill>
                <a:latin typeface="Arial"/>
                <a:ea typeface="Arial"/>
                <a:cs typeface="Arial"/>
                <a:sym typeface="Arial"/>
              </a:rPr>
              <a:t>The current situation and the rationale for the change</a:t>
            </a:r>
            <a:endParaRPr/>
          </a:p>
          <a:p>
            <a:pPr indent="-119063" lvl="1" marL="217488" marR="0" rtl="0" algn="l">
              <a:spcBef>
                <a:spcPts val="200"/>
              </a:spcBef>
              <a:spcAft>
                <a:spcPts val="0"/>
              </a:spcAft>
              <a:buClr>
                <a:schemeClr val="dk1"/>
              </a:buClr>
              <a:buSzPts val="950"/>
              <a:buFont typeface="Courier New"/>
              <a:buChar char="o"/>
            </a:pPr>
            <a:r>
              <a:rPr b="0" i="0" lang="en-US" sz="950" u="none" cap="none" strike="noStrike">
                <a:solidFill>
                  <a:schemeClr val="dk1"/>
                </a:solidFill>
                <a:latin typeface="Arial"/>
                <a:ea typeface="Arial"/>
                <a:cs typeface="Arial"/>
                <a:sym typeface="Arial"/>
              </a:rPr>
              <a:t>Business issues or drivers that created the need for change</a:t>
            </a:r>
            <a:endParaRPr/>
          </a:p>
          <a:p>
            <a:pPr indent="-119063" lvl="1" marL="217488" marR="0" rtl="0" algn="l">
              <a:spcBef>
                <a:spcPts val="200"/>
              </a:spcBef>
              <a:spcAft>
                <a:spcPts val="0"/>
              </a:spcAft>
              <a:buClr>
                <a:schemeClr val="dk1"/>
              </a:buClr>
              <a:buSzPts val="950"/>
              <a:buFont typeface="Courier New"/>
              <a:buChar char="o"/>
            </a:pPr>
            <a:r>
              <a:rPr b="0" i="0" lang="en-US" sz="950" u="none" cap="none" strike="noStrike">
                <a:solidFill>
                  <a:schemeClr val="dk1"/>
                </a:solidFill>
                <a:latin typeface="Arial"/>
                <a:ea typeface="Arial"/>
                <a:cs typeface="Arial"/>
                <a:sym typeface="Arial"/>
              </a:rPr>
              <a:t>Competitive issues or changes in the marketplace</a:t>
            </a:r>
            <a:endParaRPr/>
          </a:p>
          <a:p>
            <a:pPr indent="-119063" lvl="1" marL="217488" marR="0" rtl="0" algn="l">
              <a:spcBef>
                <a:spcPts val="200"/>
              </a:spcBef>
              <a:spcAft>
                <a:spcPts val="0"/>
              </a:spcAft>
              <a:buClr>
                <a:schemeClr val="dk1"/>
              </a:buClr>
              <a:buSzPts val="950"/>
              <a:buFont typeface="Courier New"/>
              <a:buChar char="o"/>
            </a:pPr>
            <a:r>
              <a:rPr b="0" i="0" lang="en-US" sz="950" u="none" cap="none" strike="noStrike">
                <a:solidFill>
                  <a:schemeClr val="dk1"/>
                </a:solidFill>
                <a:latin typeface="Arial"/>
                <a:ea typeface="Arial"/>
                <a:cs typeface="Arial"/>
                <a:sym typeface="Arial"/>
              </a:rPr>
              <a:t>Customer issues</a:t>
            </a:r>
            <a:endParaRPr/>
          </a:p>
          <a:p>
            <a:pPr indent="-119063" lvl="1" marL="217488" marR="0" rtl="0" algn="l">
              <a:spcBef>
                <a:spcPts val="200"/>
              </a:spcBef>
              <a:spcAft>
                <a:spcPts val="0"/>
              </a:spcAft>
              <a:buClr>
                <a:schemeClr val="dk1"/>
              </a:buClr>
              <a:buSzPts val="950"/>
              <a:buFont typeface="Courier New"/>
              <a:buChar char="o"/>
            </a:pPr>
            <a:r>
              <a:rPr b="0" i="0" lang="en-US" sz="950" u="none" cap="none" strike="noStrike">
                <a:solidFill>
                  <a:schemeClr val="dk1"/>
                </a:solidFill>
                <a:latin typeface="Arial"/>
                <a:ea typeface="Arial"/>
                <a:cs typeface="Arial"/>
                <a:sym typeface="Arial"/>
              </a:rPr>
              <a:t>Financial issues</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What might happen if a change is not made</a:t>
            </a:r>
            <a:endParaRPr/>
          </a:p>
        </p:txBody>
      </p:sp>
      <p:sp>
        <p:nvSpPr>
          <p:cNvPr id="352" name="Google Shape;352;p18"/>
          <p:cNvSpPr/>
          <p:nvPr/>
        </p:nvSpPr>
        <p:spPr>
          <a:xfrm>
            <a:off x="613087" y="2847007"/>
            <a:ext cx="1564056" cy="14400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lt1"/>
                </a:solidFill>
                <a:latin typeface="Arial"/>
                <a:ea typeface="Arial"/>
                <a:cs typeface="Arial"/>
                <a:sym typeface="Arial"/>
              </a:rPr>
              <a:t>Messages about the change</a:t>
            </a:r>
            <a:endParaRPr b="1" sz="1000">
              <a:solidFill>
                <a:schemeClr val="lt1"/>
              </a:solidFill>
              <a:latin typeface="Arial"/>
              <a:ea typeface="Arial"/>
              <a:cs typeface="Arial"/>
              <a:sym typeface="Arial"/>
            </a:endParaRPr>
          </a:p>
        </p:txBody>
      </p:sp>
      <p:sp>
        <p:nvSpPr>
          <p:cNvPr id="353" name="Google Shape;353;p18"/>
          <p:cNvSpPr/>
          <p:nvPr/>
        </p:nvSpPr>
        <p:spPr>
          <a:xfrm>
            <a:off x="2253343" y="2847007"/>
            <a:ext cx="9333819" cy="1441410"/>
          </a:xfrm>
          <a:prstGeom prst="rect">
            <a:avLst/>
          </a:prstGeom>
          <a:solidFill>
            <a:schemeClr val="lt1"/>
          </a:solidFill>
          <a:ln>
            <a:noFill/>
          </a:ln>
        </p:spPr>
        <p:txBody>
          <a:bodyPr anchorCtr="0" anchor="t" bIns="45700" lIns="91425" spcFirstLastPara="1" rIns="91425" wrap="square" tIns="45700">
            <a:spAutoFit/>
          </a:bodyPr>
          <a:lstStyle/>
          <a:p>
            <a:pPr indent="-112713" lvl="0" marL="112713" marR="0" rtl="0" algn="l">
              <a:spcBef>
                <a:spcPts val="0"/>
              </a:spcBef>
              <a:spcAft>
                <a:spcPts val="0"/>
              </a:spcAft>
              <a:buClr>
                <a:schemeClr val="dk1"/>
              </a:buClr>
              <a:buSzPts val="950"/>
              <a:buFont typeface="Arial"/>
              <a:buChar char="•"/>
            </a:pPr>
            <a:r>
              <a:rPr lang="en-US" sz="950">
                <a:solidFill>
                  <a:schemeClr val="dk1"/>
                </a:solidFill>
                <a:latin typeface="Arial"/>
                <a:ea typeface="Arial"/>
                <a:cs typeface="Arial"/>
                <a:sym typeface="Arial"/>
              </a:rPr>
              <a:t>A vision of the organization after the change takes place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Scope of the change (including process scope, organizational scope, systems and technology scope)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Objectives for the change (what does success look like)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Overall time frame to implement the change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Alignment of the change with the business strategy</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How big the change is needed (how big is the gap between today and the future state)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Who is most impacted and who is least impacted</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The basics of what is changing, how it will change and when it will change, including what will not change</a:t>
            </a:r>
            <a:endParaRPr/>
          </a:p>
        </p:txBody>
      </p:sp>
      <p:sp>
        <p:nvSpPr>
          <p:cNvPr id="354" name="Google Shape;354;p18"/>
          <p:cNvSpPr/>
          <p:nvPr/>
        </p:nvSpPr>
        <p:spPr>
          <a:xfrm>
            <a:off x="613087" y="4387503"/>
            <a:ext cx="1564056" cy="1270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lt1"/>
                </a:solidFill>
                <a:latin typeface="Arial"/>
                <a:ea typeface="Arial"/>
                <a:cs typeface="Arial"/>
                <a:sym typeface="Arial"/>
              </a:rPr>
              <a:t>Messages about how the change impacts employees</a:t>
            </a:r>
            <a:endParaRPr/>
          </a:p>
        </p:txBody>
      </p:sp>
      <p:sp>
        <p:nvSpPr>
          <p:cNvPr id="355" name="Google Shape;355;p18"/>
          <p:cNvSpPr/>
          <p:nvPr/>
        </p:nvSpPr>
        <p:spPr>
          <a:xfrm>
            <a:off x="2252362" y="4387503"/>
            <a:ext cx="9333819" cy="1269568"/>
          </a:xfrm>
          <a:prstGeom prst="rect">
            <a:avLst/>
          </a:prstGeom>
          <a:solidFill>
            <a:schemeClr val="lt1"/>
          </a:solidFill>
          <a:ln>
            <a:noFill/>
          </a:ln>
        </p:spPr>
        <p:txBody>
          <a:bodyPr anchorCtr="0" anchor="t" bIns="45700" lIns="91425" spcFirstLastPara="1" rIns="91425" wrap="square" tIns="45700">
            <a:spAutoFit/>
          </a:bodyPr>
          <a:lstStyle/>
          <a:p>
            <a:pPr indent="-112713" lvl="0" marL="112713" marR="0" rtl="0" algn="l">
              <a:spcBef>
                <a:spcPts val="0"/>
              </a:spcBef>
              <a:spcAft>
                <a:spcPts val="0"/>
              </a:spcAft>
              <a:buClr>
                <a:schemeClr val="dk1"/>
              </a:buClr>
              <a:buSzPts val="950"/>
              <a:buFont typeface="Arial"/>
              <a:buChar char="•"/>
            </a:pPr>
            <a:r>
              <a:rPr lang="en-US" sz="950">
                <a:solidFill>
                  <a:schemeClr val="dk1"/>
                </a:solidFill>
                <a:latin typeface="Arial"/>
                <a:ea typeface="Arial"/>
                <a:cs typeface="Arial"/>
                <a:sym typeface="Arial"/>
              </a:rPr>
              <a:t>The impact of the change on the day-to-day activities of each employee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“What’s in it for me” (WIIFM) from the employee’s perspective </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Implications of the change on job security</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Specific behaviors and activities expected from the employee, including support of the change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Procedures for getting help and assistance during the change</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Ways to provide feedback</a:t>
            </a:r>
            <a:endParaRPr/>
          </a:p>
          <a:p>
            <a:pPr indent="-112713" lvl="0" marL="112713" marR="0" rtl="0" algn="l">
              <a:spcBef>
                <a:spcPts val="200"/>
              </a:spcBef>
              <a:spcAft>
                <a:spcPts val="0"/>
              </a:spcAft>
              <a:buClr>
                <a:schemeClr val="dk1"/>
              </a:buClr>
              <a:buSzPts val="950"/>
              <a:buFont typeface="Arial"/>
              <a:buChar char="•"/>
            </a:pPr>
            <a:r>
              <a:rPr lang="en-US" sz="950">
                <a:solidFill>
                  <a:schemeClr val="dk1"/>
                </a:solidFill>
                <a:latin typeface="Arial"/>
                <a:ea typeface="Arial"/>
                <a:cs typeface="Arial"/>
                <a:sym typeface="Arial"/>
              </a:rPr>
              <a:t>The expectation that change will happen and is not a choice</a:t>
            </a:r>
            <a:endParaRPr/>
          </a:p>
        </p:txBody>
      </p:sp>
      <p:sp>
        <p:nvSpPr>
          <p:cNvPr id="356" name="Google Shape;356;p18"/>
          <p:cNvSpPr/>
          <p:nvPr/>
        </p:nvSpPr>
        <p:spPr>
          <a:xfrm>
            <a:off x="613087" y="5757390"/>
            <a:ext cx="1564056" cy="5832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lt1"/>
                </a:solidFill>
                <a:latin typeface="Arial"/>
                <a:ea typeface="Arial"/>
                <a:cs typeface="Arial"/>
                <a:sym typeface="Arial"/>
              </a:rPr>
              <a:t>Status updates and progress reports</a:t>
            </a:r>
            <a:endParaRPr/>
          </a:p>
        </p:txBody>
      </p:sp>
      <p:sp>
        <p:nvSpPr>
          <p:cNvPr id="357" name="Google Shape;357;p18"/>
          <p:cNvSpPr/>
          <p:nvPr/>
        </p:nvSpPr>
        <p:spPr>
          <a:xfrm>
            <a:off x="2252362" y="5757390"/>
            <a:ext cx="9334800" cy="582605"/>
          </a:xfrm>
          <a:prstGeom prst="rect">
            <a:avLst/>
          </a:prstGeom>
          <a:solidFill>
            <a:schemeClr val="lt1"/>
          </a:solidFill>
          <a:ln>
            <a:noFill/>
          </a:ln>
        </p:spPr>
        <p:txBody>
          <a:bodyPr anchorCtr="0" anchor="ctr" bIns="45700" lIns="91425" spcFirstLastPara="1" rIns="91425" wrap="square" tIns="45700">
            <a:noAutofit/>
          </a:bodyPr>
          <a:lstStyle/>
          <a:p>
            <a:pPr indent="-112713" lvl="0" marL="112713" marR="0" rtl="0" algn="l">
              <a:lnSpc>
                <a:spcPct val="100000"/>
              </a:lnSpc>
              <a:spcBef>
                <a:spcPts val="0"/>
              </a:spcBef>
              <a:spcAft>
                <a:spcPts val="0"/>
              </a:spcAft>
              <a:buClr>
                <a:schemeClr val="dk1"/>
              </a:buClr>
              <a:buSzPts val="950"/>
              <a:buFont typeface="Arial"/>
              <a:buChar char="•"/>
            </a:pPr>
            <a:r>
              <a:rPr b="0" i="0" lang="en-US" sz="950" u="none" cap="none" strike="noStrike">
                <a:solidFill>
                  <a:schemeClr val="dk1"/>
                </a:solidFill>
                <a:latin typeface="Arial"/>
                <a:ea typeface="Arial"/>
                <a:cs typeface="Arial"/>
                <a:sym typeface="Arial"/>
              </a:rPr>
              <a:t>The schedule for the project overall</a:t>
            </a:r>
            <a:endParaRPr/>
          </a:p>
          <a:p>
            <a:pPr indent="-112713" lvl="0" marL="112713" marR="0" rtl="0" algn="l">
              <a:lnSpc>
                <a:spcPct val="100000"/>
              </a:lnSpc>
              <a:spcBef>
                <a:spcPts val="200"/>
              </a:spcBef>
              <a:spcAft>
                <a:spcPts val="0"/>
              </a:spcAft>
              <a:buClr>
                <a:schemeClr val="dk1"/>
              </a:buClr>
              <a:buSzPts val="950"/>
              <a:buFont typeface="Arial"/>
              <a:buChar char="•"/>
            </a:pPr>
            <a:r>
              <a:rPr b="0" i="0" lang="en-US" sz="950" u="none" cap="none" strike="noStrike">
                <a:solidFill>
                  <a:schemeClr val="dk1"/>
                </a:solidFill>
                <a:latin typeface="Arial"/>
                <a:ea typeface="Arial"/>
                <a:cs typeface="Arial"/>
                <a:sym typeface="Arial"/>
              </a:rPr>
              <a:t>When will new information be available</a:t>
            </a:r>
            <a:endParaRPr/>
          </a:p>
          <a:p>
            <a:pPr indent="-112713" lvl="0" marL="112713" marR="0" rtl="0" algn="l">
              <a:lnSpc>
                <a:spcPct val="100000"/>
              </a:lnSpc>
              <a:spcBef>
                <a:spcPts val="200"/>
              </a:spcBef>
              <a:spcAft>
                <a:spcPts val="0"/>
              </a:spcAft>
              <a:buClr>
                <a:schemeClr val="dk1"/>
              </a:buClr>
              <a:buSzPts val="950"/>
              <a:buFont typeface="Arial"/>
              <a:buChar char="•"/>
            </a:pPr>
            <a:r>
              <a:rPr b="0" i="0" lang="en-US" sz="950" u="none" cap="none" strike="noStrike">
                <a:solidFill>
                  <a:schemeClr val="dk1"/>
                </a:solidFill>
                <a:latin typeface="Arial"/>
                <a:ea typeface="Arial"/>
                <a:cs typeface="Arial"/>
                <a:sym typeface="Arial"/>
              </a:rPr>
              <a:t>How will information be shared about the project</a:t>
            </a:r>
            <a:endParaRPr/>
          </a:p>
          <a:p>
            <a:pPr indent="-112713" lvl="0" marL="112713" marR="0" rtl="0" algn="l">
              <a:lnSpc>
                <a:spcPct val="100000"/>
              </a:lnSpc>
              <a:spcBef>
                <a:spcPts val="200"/>
              </a:spcBef>
              <a:spcAft>
                <a:spcPts val="0"/>
              </a:spcAft>
              <a:buClr>
                <a:schemeClr val="dk1"/>
              </a:buClr>
              <a:buSzPts val="950"/>
              <a:buFont typeface="Arial"/>
              <a:buChar char="•"/>
            </a:pPr>
            <a:r>
              <a:rPr b="0" i="0" lang="en-US" sz="950" u="none" cap="none" strike="noStrike">
                <a:solidFill>
                  <a:schemeClr val="dk1"/>
                </a:solidFill>
                <a:latin typeface="Arial"/>
                <a:ea typeface="Arial"/>
                <a:cs typeface="Arial"/>
                <a:sym typeface="Arial"/>
              </a:rPr>
              <a:t>Major milestones and deliverables</a:t>
            </a:r>
            <a:endParaRPr/>
          </a:p>
          <a:p>
            <a:pPr indent="-112713" lvl="0" marL="112713" marR="0" rtl="0" algn="l">
              <a:lnSpc>
                <a:spcPct val="100000"/>
              </a:lnSpc>
              <a:spcBef>
                <a:spcPts val="200"/>
              </a:spcBef>
              <a:spcAft>
                <a:spcPts val="0"/>
              </a:spcAft>
              <a:buClr>
                <a:schemeClr val="dk1"/>
              </a:buClr>
              <a:buSzPts val="950"/>
              <a:buFont typeface="Arial"/>
              <a:buChar char="•"/>
            </a:pPr>
            <a:r>
              <a:rPr b="0" i="0" lang="en-US" sz="950" u="none" cap="none" strike="noStrike">
                <a:solidFill>
                  <a:schemeClr val="dk1"/>
                </a:solidFill>
                <a:latin typeface="Arial"/>
                <a:ea typeface="Arial"/>
                <a:cs typeface="Arial"/>
                <a:sym typeface="Arial"/>
              </a:rPr>
              <a:t>Key decision points</a:t>
            </a:r>
            <a:endParaRPr/>
          </a:p>
          <a:p>
            <a:pPr indent="-112713" lvl="0" marL="112713" marR="0" rtl="0" algn="l">
              <a:lnSpc>
                <a:spcPct val="100000"/>
              </a:lnSpc>
              <a:spcBef>
                <a:spcPts val="200"/>
              </a:spcBef>
              <a:spcAft>
                <a:spcPts val="0"/>
              </a:spcAft>
              <a:buClr>
                <a:schemeClr val="dk1"/>
              </a:buClr>
              <a:buSzPts val="950"/>
              <a:buFont typeface="Arial"/>
              <a:buChar char="•"/>
            </a:pPr>
            <a:r>
              <a:rPr b="0" i="0" lang="en-US" sz="950" u="none" cap="none" strike="noStrike">
                <a:solidFill>
                  <a:schemeClr val="dk1"/>
                </a:solidFill>
                <a:latin typeface="Arial"/>
                <a:ea typeface="Arial"/>
                <a:cs typeface="Arial"/>
                <a:sym typeface="Arial"/>
              </a:rPr>
              <a:t>Early success stories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9"/>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Key stakeholder groups</a:t>
            </a:r>
            <a:br>
              <a:rPr lang="en-US"/>
            </a:br>
            <a:r>
              <a:rPr b="0" lang="en-US"/>
              <a:t>Our messages will be mainly delivered to [insert your own number] stakeholder groups</a:t>
            </a:r>
            <a:endParaRPr/>
          </a:p>
        </p:txBody>
      </p:sp>
      <p:sp>
        <p:nvSpPr>
          <p:cNvPr id="363" name="Google Shape;363;p1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64" name="Google Shape;364;p19"/>
          <p:cNvSpPr/>
          <p:nvPr/>
        </p:nvSpPr>
        <p:spPr>
          <a:xfrm>
            <a:off x="613087" y="1682580"/>
            <a:ext cx="2958403" cy="4575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Stakeholder Group Name</a:t>
            </a:r>
            <a:endParaRPr/>
          </a:p>
        </p:txBody>
      </p:sp>
      <p:sp>
        <p:nvSpPr>
          <p:cNvPr id="365" name="Google Shape;365;p19"/>
          <p:cNvSpPr/>
          <p:nvPr/>
        </p:nvSpPr>
        <p:spPr>
          <a:xfrm>
            <a:off x="3656326" y="1682580"/>
            <a:ext cx="7922587" cy="45752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Stakeholder Group Description</a:t>
            </a:r>
            <a:endParaRPr/>
          </a:p>
        </p:txBody>
      </p:sp>
      <p:sp>
        <p:nvSpPr>
          <p:cNvPr id="366" name="Google Shape;366;p19"/>
          <p:cNvSpPr/>
          <p:nvPr/>
        </p:nvSpPr>
        <p:spPr>
          <a:xfrm>
            <a:off x="613087" y="2217166"/>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name of the Stakeholder group #1</a:t>
            </a:r>
            <a:endParaRPr/>
          </a:p>
        </p:txBody>
      </p:sp>
      <p:sp>
        <p:nvSpPr>
          <p:cNvPr id="367" name="Google Shape;367;p19"/>
          <p:cNvSpPr/>
          <p:nvPr/>
        </p:nvSpPr>
        <p:spPr>
          <a:xfrm>
            <a:off x="3656326" y="2217166"/>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sz="1200">
              <a:solidFill>
                <a:schemeClr val="dk1"/>
              </a:solidFill>
              <a:latin typeface="Arial"/>
              <a:ea typeface="Arial"/>
              <a:cs typeface="Arial"/>
              <a:sym typeface="Arial"/>
            </a:endParaRPr>
          </a:p>
        </p:txBody>
      </p:sp>
      <p:sp>
        <p:nvSpPr>
          <p:cNvPr id="368" name="Google Shape;368;p19"/>
          <p:cNvSpPr/>
          <p:nvPr/>
        </p:nvSpPr>
        <p:spPr>
          <a:xfrm>
            <a:off x="613087" y="3064021"/>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name of the Stakeholder group #2</a:t>
            </a:r>
            <a:endParaRPr/>
          </a:p>
        </p:txBody>
      </p:sp>
      <p:sp>
        <p:nvSpPr>
          <p:cNvPr id="369" name="Google Shape;369;p19"/>
          <p:cNvSpPr/>
          <p:nvPr/>
        </p:nvSpPr>
        <p:spPr>
          <a:xfrm>
            <a:off x="3656326" y="3064021"/>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70" name="Google Shape;370;p19"/>
          <p:cNvSpPr/>
          <p:nvPr/>
        </p:nvSpPr>
        <p:spPr>
          <a:xfrm>
            <a:off x="613087" y="3910876"/>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name of the Stakeholder group #3</a:t>
            </a:r>
            <a:endParaRPr/>
          </a:p>
        </p:txBody>
      </p:sp>
      <p:sp>
        <p:nvSpPr>
          <p:cNvPr id="371" name="Google Shape;371;p19"/>
          <p:cNvSpPr/>
          <p:nvPr/>
        </p:nvSpPr>
        <p:spPr>
          <a:xfrm>
            <a:off x="3656326" y="3910876"/>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72" name="Google Shape;372;p19"/>
          <p:cNvSpPr/>
          <p:nvPr/>
        </p:nvSpPr>
        <p:spPr>
          <a:xfrm>
            <a:off x="613087" y="4757731"/>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name of the Stakeholder group #4</a:t>
            </a:r>
            <a:endParaRPr/>
          </a:p>
        </p:txBody>
      </p:sp>
      <p:sp>
        <p:nvSpPr>
          <p:cNvPr id="373" name="Google Shape;373;p19"/>
          <p:cNvSpPr/>
          <p:nvPr/>
        </p:nvSpPr>
        <p:spPr>
          <a:xfrm>
            <a:off x="3656326" y="4757731"/>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74" name="Google Shape;374;p19"/>
          <p:cNvSpPr/>
          <p:nvPr/>
        </p:nvSpPr>
        <p:spPr>
          <a:xfrm>
            <a:off x="613087" y="5604588"/>
            <a:ext cx="2958403" cy="755616"/>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the name of the Stakeholder group #5</a:t>
            </a:r>
            <a:endParaRPr/>
          </a:p>
        </p:txBody>
      </p:sp>
      <p:sp>
        <p:nvSpPr>
          <p:cNvPr id="375" name="Google Shape;375;p19"/>
          <p:cNvSpPr/>
          <p:nvPr/>
        </p:nvSpPr>
        <p:spPr>
          <a:xfrm>
            <a:off x="3656326" y="5604588"/>
            <a:ext cx="7922586" cy="75561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Replace this text with your own message</a:t>
            </a:r>
            <a:endParaRPr/>
          </a:p>
        </p:txBody>
      </p:sp>
      <p:sp>
        <p:nvSpPr>
          <p:cNvPr id="376" name="Google Shape;376;p19"/>
          <p:cNvSpPr/>
          <p:nvPr/>
        </p:nvSpPr>
        <p:spPr>
          <a:xfrm>
            <a:off x="3751466" y="1449357"/>
            <a:ext cx="4598343" cy="990598"/>
          </a:xfrm>
          <a:prstGeom prst="wedgeRoundRectCallout">
            <a:avLst>
              <a:gd fmla="val -45629" name="adj1"/>
              <a:gd fmla="val 7013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Your key stakeholder groups represent your audience.</a:t>
            </a:r>
            <a:endParaRPr b="1" sz="1050">
              <a:solidFill>
                <a:srgbClr val="0C287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Stakeholder Matrix</a:t>
            </a:r>
            <a:br>
              <a:rPr lang="en-US"/>
            </a:br>
            <a:r>
              <a:rPr b="0" lang="en-US"/>
              <a:t>We will have to ensure an efficient collaboration with [insert stakeholder group names] and maintain confidence with [insert stakeholder group names] </a:t>
            </a:r>
            <a:endParaRPr/>
          </a:p>
        </p:txBody>
      </p:sp>
      <p:sp>
        <p:nvSpPr>
          <p:cNvPr id="382" name="Google Shape;382;p2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83" name="Google Shape;383;p20"/>
          <p:cNvSpPr/>
          <p:nvPr/>
        </p:nvSpPr>
        <p:spPr>
          <a:xfrm>
            <a:off x="602591" y="6323598"/>
            <a:ext cx="10984571"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chemeClr val="dk1"/>
                </a:solidFill>
                <a:latin typeface="Arial"/>
                <a:ea typeface="Arial"/>
                <a:cs typeface="Arial"/>
                <a:sym typeface="Arial"/>
              </a:rPr>
              <a:t>Note</a:t>
            </a:r>
            <a:r>
              <a:rPr lang="en-US" sz="1000">
                <a:solidFill>
                  <a:schemeClr val="dk1"/>
                </a:solidFill>
                <a:latin typeface="Arial"/>
                <a:ea typeface="Arial"/>
                <a:cs typeface="Arial"/>
                <a:sym typeface="Arial"/>
              </a:rPr>
              <a:t>: By “Impact”, we mean the extent to which the project will impact this group/person. And by “Influence”, we mean the extent to which this group or person’s buy-in is needed to move forward.</a:t>
            </a:r>
            <a:endParaRPr sz="1000" u="none" cap="none" strike="noStrike">
              <a:solidFill>
                <a:schemeClr val="dk1"/>
              </a:solidFill>
              <a:latin typeface="Arial"/>
              <a:ea typeface="Arial"/>
              <a:cs typeface="Arial"/>
              <a:sym typeface="Arial"/>
            </a:endParaRPr>
          </a:p>
        </p:txBody>
      </p:sp>
      <p:sp>
        <p:nvSpPr>
          <p:cNvPr id="384" name="Google Shape;384;p20"/>
          <p:cNvSpPr/>
          <p:nvPr/>
        </p:nvSpPr>
        <p:spPr>
          <a:xfrm>
            <a:off x="762070" y="3364839"/>
            <a:ext cx="1149354" cy="394980"/>
          </a:xfrm>
          <a:prstGeom prst="rect">
            <a:avLst/>
          </a:prstGeom>
          <a:noFill/>
          <a:ln>
            <a:noFill/>
          </a:ln>
        </p:spPr>
        <p:txBody>
          <a:bodyPr anchorCtr="0" anchor="t" bIns="88900" lIns="180975" spcFirstLastPara="1" rIns="180975" wrap="square" tIns="889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Influence</a:t>
            </a:r>
            <a:endParaRPr/>
          </a:p>
        </p:txBody>
      </p:sp>
      <p:sp>
        <p:nvSpPr>
          <p:cNvPr id="385" name="Google Shape;385;p20"/>
          <p:cNvSpPr/>
          <p:nvPr/>
        </p:nvSpPr>
        <p:spPr>
          <a:xfrm>
            <a:off x="6395974" y="5866835"/>
            <a:ext cx="942566" cy="394980"/>
          </a:xfrm>
          <a:prstGeom prst="rect">
            <a:avLst/>
          </a:prstGeom>
          <a:noFill/>
          <a:ln>
            <a:noFill/>
          </a:ln>
        </p:spPr>
        <p:txBody>
          <a:bodyPr anchorCtr="0" anchor="t" bIns="88900" lIns="180975" spcFirstLastPara="1" rIns="180975" wrap="square" tIns="88900">
            <a:spAutoFit/>
          </a:bodyPr>
          <a:lstStyle/>
          <a:p>
            <a:pPr indent="0" lvl="0" marL="0" marR="0" rtl="0" algn="ctr">
              <a:lnSpc>
                <a:spcPct val="10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Impact</a:t>
            </a:r>
            <a:endParaRPr b="1" i="0" sz="1400" u="none" cap="none" strike="noStrike">
              <a:solidFill>
                <a:schemeClr val="dk1"/>
              </a:solidFill>
              <a:latin typeface="Arial"/>
              <a:ea typeface="Arial"/>
              <a:cs typeface="Arial"/>
              <a:sym typeface="Arial"/>
            </a:endParaRPr>
          </a:p>
        </p:txBody>
      </p:sp>
      <p:sp>
        <p:nvSpPr>
          <p:cNvPr id="386" name="Google Shape;386;p20"/>
          <p:cNvSpPr/>
          <p:nvPr/>
        </p:nvSpPr>
        <p:spPr>
          <a:xfrm>
            <a:off x="8780985" y="5515224"/>
            <a:ext cx="554639" cy="308419"/>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400"/>
              <a:buFont typeface="Arial"/>
              <a:buNone/>
            </a:pPr>
            <a:r>
              <a:rPr i="0" lang="en-US" sz="1400" u="none" cap="none" strike="noStrike">
                <a:solidFill>
                  <a:schemeClr val="dk1"/>
                </a:solidFill>
                <a:latin typeface="Arial"/>
                <a:ea typeface="Arial"/>
                <a:cs typeface="Arial"/>
                <a:sym typeface="Arial"/>
              </a:rPr>
              <a:t>High</a:t>
            </a:r>
            <a:endParaRPr/>
          </a:p>
        </p:txBody>
      </p:sp>
      <p:sp>
        <p:nvSpPr>
          <p:cNvPr id="387" name="Google Shape;387;p20"/>
          <p:cNvSpPr/>
          <p:nvPr/>
        </p:nvSpPr>
        <p:spPr>
          <a:xfrm>
            <a:off x="4418928" y="5515224"/>
            <a:ext cx="514563" cy="308419"/>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400"/>
              <a:buFont typeface="Arial"/>
              <a:buNone/>
            </a:pPr>
            <a:r>
              <a:rPr i="0" lang="en-US" sz="1400" u="none" cap="none" strike="noStrike">
                <a:solidFill>
                  <a:schemeClr val="dk1"/>
                </a:solidFill>
                <a:latin typeface="Arial"/>
                <a:ea typeface="Arial"/>
                <a:cs typeface="Arial"/>
                <a:sym typeface="Arial"/>
              </a:rPr>
              <a:t>Low</a:t>
            </a:r>
            <a:endParaRPr/>
          </a:p>
        </p:txBody>
      </p:sp>
      <p:sp>
        <p:nvSpPr>
          <p:cNvPr id="388" name="Google Shape;388;p20"/>
          <p:cNvSpPr/>
          <p:nvPr/>
        </p:nvSpPr>
        <p:spPr>
          <a:xfrm>
            <a:off x="1911424" y="4351041"/>
            <a:ext cx="514564" cy="308419"/>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400"/>
              <a:buFont typeface="Arial"/>
              <a:buNone/>
            </a:pPr>
            <a:r>
              <a:rPr i="0" lang="en-US" sz="1400" u="none" cap="none" strike="noStrike">
                <a:solidFill>
                  <a:schemeClr val="dk1"/>
                </a:solidFill>
                <a:latin typeface="Arial"/>
                <a:ea typeface="Arial"/>
                <a:cs typeface="Arial"/>
                <a:sym typeface="Arial"/>
              </a:rPr>
              <a:t>Low</a:t>
            </a:r>
            <a:endParaRPr/>
          </a:p>
        </p:txBody>
      </p:sp>
      <p:sp>
        <p:nvSpPr>
          <p:cNvPr id="389" name="Google Shape;389;p20"/>
          <p:cNvSpPr/>
          <p:nvPr/>
        </p:nvSpPr>
        <p:spPr>
          <a:xfrm>
            <a:off x="1891386" y="2465199"/>
            <a:ext cx="554639" cy="308419"/>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400"/>
              <a:buFont typeface="Arial"/>
              <a:buNone/>
            </a:pPr>
            <a:r>
              <a:rPr i="0" lang="en-US" sz="1400" u="none" cap="none" strike="noStrike">
                <a:solidFill>
                  <a:schemeClr val="dk1"/>
                </a:solidFill>
                <a:latin typeface="Arial"/>
                <a:ea typeface="Arial"/>
                <a:cs typeface="Arial"/>
                <a:sym typeface="Arial"/>
              </a:rPr>
              <a:t>High</a:t>
            </a:r>
            <a:endParaRPr/>
          </a:p>
        </p:txBody>
      </p:sp>
      <p:sp>
        <p:nvSpPr>
          <p:cNvPr id="390" name="Google Shape;390;p20"/>
          <p:cNvSpPr/>
          <p:nvPr/>
        </p:nvSpPr>
        <p:spPr>
          <a:xfrm>
            <a:off x="2478684" y="1676402"/>
            <a:ext cx="4395051" cy="1886012"/>
          </a:xfrm>
          <a:prstGeom prst="rect">
            <a:avLst/>
          </a:prstGeom>
          <a:solidFill>
            <a:srgbClr val="EBF2FF"/>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98425" lvl="0" marL="98425" marR="0" rtl="0" algn="l">
              <a:spcBef>
                <a:spcPts val="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p:txBody>
      </p:sp>
      <p:sp>
        <p:nvSpPr>
          <p:cNvPr id="391" name="Google Shape;391;p20"/>
          <p:cNvSpPr/>
          <p:nvPr/>
        </p:nvSpPr>
        <p:spPr>
          <a:xfrm>
            <a:off x="6860779" y="1676402"/>
            <a:ext cx="4395051" cy="1886012"/>
          </a:xfrm>
          <a:prstGeom prst="rect">
            <a:avLst/>
          </a:prstGeom>
          <a:solidFill>
            <a:schemeClr val="dk1"/>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98425" lvl="0" marL="98425" marR="0" rtl="0" algn="l">
              <a:spcBef>
                <a:spcPts val="0"/>
              </a:spcBef>
              <a:spcAft>
                <a:spcPts val="0"/>
              </a:spcAft>
              <a:buClr>
                <a:schemeClr val="lt1"/>
              </a:buClr>
              <a:buSzPts val="1050"/>
              <a:buFont typeface="Arial"/>
              <a:buChar char="•"/>
            </a:pPr>
            <a:r>
              <a:rPr lang="en-US" sz="1050">
                <a:solidFill>
                  <a:schemeClr val="lt1"/>
                </a:solidFill>
                <a:latin typeface="Arial"/>
                <a:ea typeface="Arial"/>
                <a:cs typeface="Arial"/>
                <a:sym typeface="Arial"/>
              </a:rPr>
              <a:t>Insert the name of the stakeholder group</a:t>
            </a:r>
            <a:endParaRPr/>
          </a:p>
          <a:p>
            <a:pPr indent="-98425" lvl="0" marL="98425" marR="0" rtl="0" algn="l">
              <a:spcBef>
                <a:spcPts val="400"/>
              </a:spcBef>
              <a:spcAft>
                <a:spcPts val="0"/>
              </a:spcAft>
              <a:buClr>
                <a:schemeClr val="lt1"/>
              </a:buClr>
              <a:buSzPts val="1050"/>
              <a:buFont typeface="Arial"/>
              <a:buChar char="•"/>
            </a:pPr>
            <a:r>
              <a:rPr lang="en-US" sz="1050">
                <a:solidFill>
                  <a:schemeClr val="lt1"/>
                </a:solidFill>
                <a:latin typeface="Arial"/>
                <a:ea typeface="Arial"/>
                <a:cs typeface="Arial"/>
                <a:sym typeface="Arial"/>
              </a:rPr>
              <a:t>Insert the name of the stakeholder group</a:t>
            </a:r>
            <a:endParaRPr/>
          </a:p>
          <a:p>
            <a:pPr indent="-98425" lvl="0" marL="98425" marR="0" rtl="0" algn="l">
              <a:spcBef>
                <a:spcPts val="400"/>
              </a:spcBef>
              <a:spcAft>
                <a:spcPts val="0"/>
              </a:spcAft>
              <a:buClr>
                <a:schemeClr val="lt1"/>
              </a:buClr>
              <a:buSzPts val="1050"/>
              <a:buFont typeface="Arial"/>
              <a:buChar char="•"/>
            </a:pPr>
            <a:r>
              <a:rPr lang="en-US" sz="1050">
                <a:solidFill>
                  <a:schemeClr val="lt1"/>
                </a:solidFill>
                <a:latin typeface="Arial"/>
                <a:ea typeface="Arial"/>
                <a:cs typeface="Arial"/>
                <a:sym typeface="Arial"/>
              </a:rPr>
              <a:t>Insert the name of the stakeholder group</a:t>
            </a:r>
            <a:endParaRPr/>
          </a:p>
          <a:p>
            <a:pPr indent="-98425" lvl="0" marL="98425" marR="0" rtl="0" algn="l">
              <a:spcBef>
                <a:spcPts val="400"/>
              </a:spcBef>
              <a:spcAft>
                <a:spcPts val="0"/>
              </a:spcAft>
              <a:buClr>
                <a:schemeClr val="lt1"/>
              </a:buClr>
              <a:buSzPts val="1050"/>
              <a:buFont typeface="Arial"/>
              <a:buChar char="•"/>
            </a:pPr>
            <a:r>
              <a:rPr lang="en-US" sz="1050">
                <a:solidFill>
                  <a:schemeClr val="lt1"/>
                </a:solidFill>
                <a:latin typeface="Arial"/>
                <a:ea typeface="Arial"/>
                <a:cs typeface="Arial"/>
                <a:sym typeface="Arial"/>
              </a:rPr>
              <a:t>Insert the name of the stakeholder group</a:t>
            </a:r>
            <a:endParaRPr/>
          </a:p>
          <a:p>
            <a:pPr indent="-98425" lvl="0" marL="98425" marR="0" rtl="0" algn="l">
              <a:spcBef>
                <a:spcPts val="400"/>
              </a:spcBef>
              <a:spcAft>
                <a:spcPts val="0"/>
              </a:spcAft>
              <a:buClr>
                <a:schemeClr val="lt1"/>
              </a:buClr>
              <a:buSzPts val="1050"/>
              <a:buFont typeface="Arial"/>
              <a:buChar char="•"/>
            </a:pPr>
            <a:r>
              <a:rPr lang="en-US" sz="1050">
                <a:solidFill>
                  <a:schemeClr val="lt1"/>
                </a:solidFill>
                <a:latin typeface="Arial"/>
                <a:ea typeface="Arial"/>
                <a:cs typeface="Arial"/>
                <a:sym typeface="Arial"/>
              </a:rPr>
              <a:t>Insert the name of the stakeholder group</a:t>
            </a:r>
            <a:endParaRPr/>
          </a:p>
        </p:txBody>
      </p:sp>
      <p:sp>
        <p:nvSpPr>
          <p:cNvPr id="392" name="Google Shape;392;p20"/>
          <p:cNvSpPr/>
          <p:nvPr/>
        </p:nvSpPr>
        <p:spPr>
          <a:xfrm>
            <a:off x="2478684" y="3562244"/>
            <a:ext cx="4395051" cy="1886012"/>
          </a:xfrm>
          <a:prstGeom prst="rect">
            <a:avLst/>
          </a:prstGeom>
          <a:solidFill>
            <a:srgbClr val="F2F2F2"/>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98425" lvl="0" marL="98425" marR="0" rtl="0" algn="l">
              <a:spcBef>
                <a:spcPts val="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p:txBody>
      </p:sp>
      <p:sp>
        <p:nvSpPr>
          <p:cNvPr id="393" name="Google Shape;393;p20"/>
          <p:cNvSpPr/>
          <p:nvPr/>
        </p:nvSpPr>
        <p:spPr>
          <a:xfrm>
            <a:off x="6860779" y="3562244"/>
            <a:ext cx="4395051" cy="1886012"/>
          </a:xfrm>
          <a:prstGeom prst="rect">
            <a:avLst/>
          </a:prstGeom>
          <a:solidFill>
            <a:srgbClr val="EBF2FF"/>
          </a:solidFill>
          <a:ln cap="flat" cmpd="sng" w="9525">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98425" lvl="0" marL="98425" marR="0" rtl="0" algn="l">
              <a:spcBef>
                <a:spcPts val="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a:p>
            <a:pPr indent="-98425" lvl="0" marL="98425" marR="0" rtl="0" algn="l">
              <a:spcBef>
                <a:spcPts val="400"/>
              </a:spcBef>
              <a:spcAft>
                <a:spcPts val="0"/>
              </a:spcAft>
              <a:buClr>
                <a:srgbClr val="000000"/>
              </a:buClr>
              <a:buSzPts val="1050"/>
              <a:buFont typeface="Arial"/>
              <a:buChar char="•"/>
            </a:pPr>
            <a:r>
              <a:rPr lang="en-US" sz="1050">
                <a:solidFill>
                  <a:schemeClr val="dk1"/>
                </a:solidFill>
                <a:latin typeface="Arial"/>
                <a:ea typeface="Arial"/>
                <a:cs typeface="Arial"/>
                <a:sym typeface="Arial"/>
              </a:rPr>
              <a:t>Insert the name of the stakeholder group</a:t>
            </a:r>
            <a:endParaRPr/>
          </a:p>
        </p:txBody>
      </p:sp>
      <p:sp>
        <p:nvSpPr>
          <p:cNvPr id="394" name="Google Shape;394;p20"/>
          <p:cNvSpPr/>
          <p:nvPr/>
        </p:nvSpPr>
        <p:spPr>
          <a:xfrm>
            <a:off x="3169992" y="1711306"/>
            <a:ext cx="3012434" cy="341119"/>
          </a:xfrm>
          <a:prstGeom prst="rect">
            <a:avLst/>
          </a:prstGeom>
          <a:noFill/>
          <a:ln>
            <a:noFill/>
          </a:ln>
        </p:spPr>
        <p:txBody>
          <a:bodyPr anchorCtr="0" anchor="t" bIns="88900" lIns="180975" spcFirstLastPara="1" rIns="180975" wrap="square" tIns="88900">
            <a:spAutoFit/>
          </a:bodyPr>
          <a:lstStyle/>
          <a:p>
            <a:pPr indent="0" lvl="0" marL="0" marR="0" rtl="0" algn="ctr">
              <a:spcBef>
                <a:spcPts val="0"/>
              </a:spcBef>
              <a:spcAft>
                <a:spcPts val="0"/>
              </a:spcAft>
              <a:buNone/>
            </a:pPr>
            <a:r>
              <a:rPr b="1" lang="en-US" sz="1050">
                <a:solidFill>
                  <a:schemeClr val="dk1"/>
                </a:solidFill>
                <a:latin typeface="Arial"/>
                <a:ea typeface="Arial"/>
                <a:cs typeface="Arial"/>
                <a:sym typeface="Arial"/>
              </a:rPr>
              <a:t>Maintain Confidence</a:t>
            </a:r>
            <a:endParaRPr/>
          </a:p>
        </p:txBody>
      </p:sp>
      <p:sp>
        <p:nvSpPr>
          <p:cNvPr id="395" name="Google Shape;395;p20"/>
          <p:cNvSpPr/>
          <p:nvPr/>
        </p:nvSpPr>
        <p:spPr>
          <a:xfrm>
            <a:off x="7552087" y="1711306"/>
            <a:ext cx="3012434" cy="341119"/>
          </a:xfrm>
          <a:prstGeom prst="rect">
            <a:avLst/>
          </a:prstGeom>
          <a:noFill/>
          <a:ln>
            <a:noFill/>
          </a:ln>
        </p:spPr>
        <p:txBody>
          <a:bodyPr anchorCtr="0" anchor="t" bIns="88900" lIns="180975" spcFirstLastPara="1" rIns="180975" wrap="square" tIns="88900">
            <a:sp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Collaborate</a:t>
            </a:r>
            <a:endParaRPr/>
          </a:p>
        </p:txBody>
      </p:sp>
      <p:sp>
        <p:nvSpPr>
          <p:cNvPr id="396" name="Google Shape;396;p20"/>
          <p:cNvSpPr/>
          <p:nvPr/>
        </p:nvSpPr>
        <p:spPr>
          <a:xfrm>
            <a:off x="3169992" y="3588829"/>
            <a:ext cx="3012434" cy="341119"/>
          </a:xfrm>
          <a:prstGeom prst="rect">
            <a:avLst/>
          </a:prstGeom>
          <a:noFill/>
          <a:ln>
            <a:noFill/>
          </a:ln>
        </p:spPr>
        <p:txBody>
          <a:bodyPr anchorCtr="0" anchor="t" bIns="88900" lIns="180975" spcFirstLastPara="1" rIns="180975" wrap="square" tIns="88900">
            <a:spAutoFit/>
          </a:bodyPr>
          <a:lstStyle/>
          <a:p>
            <a:pPr indent="0" lvl="0" marL="0" marR="0" rtl="0" algn="ctr">
              <a:spcBef>
                <a:spcPts val="0"/>
              </a:spcBef>
              <a:spcAft>
                <a:spcPts val="0"/>
              </a:spcAft>
              <a:buNone/>
            </a:pPr>
            <a:r>
              <a:rPr b="1" lang="en-US" sz="1050">
                <a:solidFill>
                  <a:schemeClr val="dk1"/>
                </a:solidFill>
                <a:latin typeface="Arial"/>
                <a:ea typeface="Arial"/>
                <a:cs typeface="Arial"/>
                <a:sym typeface="Arial"/>
              </a:rPr>
              <a:t>Monitor and Respond</a:t>
            </a:r>
            <a:endParaRPr/>
          </a:p>
        </p:txBody>
      </p:sp>
      <p:sp>
        <p:nvSpPr>
          <p:cNvPr id="397" name="Google Shape;397;p20"/>
          <p:cNvSpPr/>
          <p:nvPr/>
        </p:nvSpPr>
        <p:spPr>
          <a:xfrm>
            <a:off x="7552087" y="3588829"/>
            <a:ext cx="3012434" cy="341119"/>
          </a:xfrm>
          <a:prstGeom prst="rect">
            <a:avLst/>
          </a:prstGeom>
          <a:noFill/>
          <a:ln>
            <a:noFill/>
          </a:ln>
        </p:spPr>
        <p:txBody>
          <a:bodyPr anchorCtr="0" anchor="t" bIns="88900" lIns="180975" spcFirstLastPara="1" rIns="180975" wrap="square" tIns="88900">
            <a:spAutoFit/>
          </a:bodyPr>
          <a:lstStyle/>
          <a:p>
            <a:pPr indent="0" lvl="0" marL="0" marR="0" rtl="0" algn="ctr">
              <a:spcBef>
                <a:spcPts val="0"/>
              </a:spcBef>
              <a:spcAft>
                <a:spcPts val="0"/>
              </a:spcAft>
              <a:buNone/>
            </a:pPr>
            <a:r>
              <a:rPr b="1" lang="en-US" sz="1050">
                <a:solidFill>
                  <a:schemeClr val="dk1"/>
                </a:solidFill>
                <a:latin typeface="Arial"/>
                <a:ea typeface="Arial"/>
                <a:cs typeface="Arial"/>
                <a:sym typeface="Arial"/>
              </a:rPr>
              <a:t>Keep Informed</a:t>
            </a:r>
            <a:endParaRPr/>
          </a:p>
        </p:txBody>
      </p:sp>
      <p:cxnSp>
        <p:nvCxnSpPr>
          <p:cNvPr id="398" name="Google Shape;398;p20"/>
          <p:cNvCxnSpPr/>
          <p:nvPr/>
        </p:nvCxnSpPr>
        <p:spPr>
          <a:xfrm>
            <a:off x="1891386" y="1676402"/>
            <a:ext cx="0" cy="3771854"/>
          </a:xfrm>
          <a:prstGeom prst="straightConnector1">
            <a:avLst/>
          </a:prstGeom>
          <a:noFill/>
          <a:ln cap="flat" cmpd="sng" w="9525">
            <a:solidFill>
              <a:schemeClr val="accent1"/>
            </a:solidFill>
            <a:prstDash val="solid"/>
            <a:miter lim="800000"/>
            <a:headEnd len="sm" w="sm" type="none"/>
            <a:tailEnd len="sm" w="sm" type="none"/>
          </a:ln>
        </p:spPr>
      </p:cxnSp>
      <p:cxnSp>
        <p:nvCxnSpPr>
          <p:cNvPr id="399" name="Google Shape;399;p20"/>
          <p:cNvCxnSpPr/>
          <p:nvPr/>
        </p:nvCxnSpPr>
        <p:spPr>
          <a:xfrm>
            <a:off x="2478684" y="5866835"/>
            <a:ext cx="8777146" cy="0"/>
          </a:xfrm>
          <a:prstGeom prst="straightConnector1">
            <a:avLst/>
          </a:prstGeom>
          <a:noFill/>
          <a:ln cap="flat" cmpd="sng" w="9525">
            <a:solidFill>
              <a:schemeClr val="accent1"/>
            </a:solidFill>
            <a:prstDash val="solid"/>
            <a:miter lim="800000"/>
            <a:headEnd len="sm" w="sm" type="none"/>
            <a:tailEnd len="sm" w="sm" type="none"/>
          </a:ln>
        </p:spPr>
      </p:cxnSp>
      <p:sp>
        <p:nvSpPr>
          <p:cNvPr id="400" name="Google Shape;400;p20"/>
          <p:cNvSpPr/>
          <p:nvPr/>
        </p:nvSpPr>
        <p:spPr>
          <a:xfrm>
            <a:off x="3447825" y="794458"/>
            <a:ext cx="4598343" cy="990598"/>
          </a:xfrm>
          <a:prstGeom prst="wedgeRoundRectCallout">
            <a:avLst>
              <a:gd fmla="val -45629" name="adj1"/>
              <a:gd fmla="val 7013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The Stakeholder Matrix will help you manage your Stakeholders effectively. You’ll see in the next slide another template you may prefer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1"/>
          <p:cNvSpPr/>
          <p:nvPr/>
        </p:nvSpPr>
        <p:spPr>
          <a:xfrm>
            <a:off x="6287988" y="2559792"/>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06" name="Google Shape;406;p21"/>
          <p:cNvSpPr/>
          <p:nvPr/>
        </p:nvSpPr>
        <p:spPr>
          <a:xfrm>
            <a:off x="7536626" y="2559792"/>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07" name="Google Shape;407;p21"/>
          <p:cNvSpPr/>
          <p:nvPr/>
        </p:nvSpPr>
        <p:spPr>
          <a:xfrm>
            <a:off x="8785959" y="2078518"/>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08" name="Google Shape;408;p21"/>
          <p:cNvSpPr/>
          <p:nvPr/>
        </p:nvSpPr>
        <p:spPr>
          <a:xfrm>
            <a:off x="8785959" y="2559792"/>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09" name="Google Shape;409;p21"/>
          <p:cNvSpPr/>
          <p:nvPr/>
        </p:nvSpPr>
        <p:spPr>
          <a:xfrm>
            <a:off x="7536626" y="2078518"/>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0" name="Google Shape;410;p21"/>
          <p:cNvSpPr/>
          <p:nvPr/>
        </p:nvSpPr>
        <p:spPr>
          <a:xfrm>
            <a:off x="6287988" y="3041067"/>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1" name="Google Shape;411;p21"/>
          <p:cNvSpPr/>
          <p:nvPr/>
        </p:nvSpPr>
        <p:spPr>
          <a:xfrm>
            <a:off x="7536626" y="3041067"/>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2" name="Google Shape;412;p21"/>
          <p:cNvSpPr/>
          <p:nvPr/>
        </p:nvSpPr>
        <p:spPr>
          <a:xfrm>
            <a:off x="8785959" y="3041067"/>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3" name="Google Shape;413;p21"/>
          <p:cNvSpPr/>
          <p:nvPr/>
        </p:nvSpPr>
        <p:spPr>
          <a:xfrm>
            <a:off x="6287988" y="4441304"/>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4" name="Google Shape;414;p21"/>
          <p:cNvSpPr/>
          <p:nvPr/>
        </p:nvSpPr>
        <p:spPr>
          <a:xfrm>
            <a:off x="6287988" y="4934036"/>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5" name="Google Shape;415;p21"/>
          <p:cNvSpPr/>
          <p:nvPr/>
        </p:nvSpPr>
        <p:spPr>
          <a:xfrm>
            <a:off x="6287988" y="2078518"/>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6" name="Google Shape;416;p21"/>
          <p:cNvSpPr/>
          <p:nvPr/>
        </p:nvSpPr>
        <p:spPr>
          <a:xfrm>
            <a:off x="7523261" y="4441304"/>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7" name="Google Shape;417;p21"/>
          <p:cNvSpPr/>
          <p:nvPr/>
        </p:nvSpPr>
        <p:spPr>
          <a:xfrm>
            <a:off x="8757829" y="4441304"/>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8" name="Google Shape;418;p21"/>
          <p:cNvSpPr/>
          <p:nvPr/>
        </p:nvSpPr>
        <p:spPr>
          <a:xfrm>
            <a:off x="7526425" y="4934036"/>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19" name="Google Shape;419;p21"/>
          <p:cNvSpPr/>
          <p:nvPr/>
        </p:nvSpPr>
        <p:spPr>
          <a:xfrm>
            <a:off x="2954078" y="4441304"/>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20" name="Google Shape;420;p21"/>
          <p:cNvSpPr/>
          <p:nvPr/>
        </p:nvSpPr>
        <p:spPr>
          <a:xfrm>
            <a:off x="2954078" y="4934036"/>
            <a:ext cx="1196241" cy="406800"/>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21" name="Google Shape;421;p21"/>
          <p:cNvSpPr/>
          <p:nvPr/>
        </p:nvSpPr>
        <p:spPr>
          <a:xfrm>
            <a:off x="2946983" y="2559792"/>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22" name="Google Shape;422;p21"/>
          <p:cNvSpPr/>
          <p:nvPr/>
        </p:nvSpPr>
        <p:spPr>
          <a:xfrm>
            <a:off x="2946983" y="3041067"/>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23" name="Google Shape;423;p21"/>
          <p:cNvSpPr/>
          <p:nvPr/>
        </p:nvSpPr>
        <p:spPr>
          <a:xfrm>
            <a:off x="2946983" y="2078518"/>
            <a:ext cx="1196241" cy="407187"/>
          </a:xfrm>
          <a:prstGeom prst="roundRect">
            <a:avLst>
              <a:gd fmla="val 3792" name="adj"/>
            </a:avLst>
          </a:prstGeom>
          <a:noFill/>
          <a:ln cap="flat" cmpd="sng" w="9525">
            <a:solidFill>
              <a:srgbClr val="BFBFBF"/>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700"/>
              <a:buFont typeface="Arial"/>
              <a:buNone/>
            </a:pPr>
            <a:r>
              <a:rPr b="0" i="0" lang="en-US" sz="700" u="none" cap="none" strike="noStrike">
                <a:solidFill>
                  <a:schemeClr val="dk1"/>
                </a:solidFill>
                <a:latin typeface="Arial"/>
                <a:ea typeface="Arial"/>
                <a:cs typeface="Arial"/>
                <a:sym typeface="Arial"/>
              </a:rPr>
              <a:t>Insert Stakeholder Group name</a:t>
            </a:r>
            <a:endParaRPr/>
          </a:p>
        </p:txBody>
      </p:sp>
      <p:sp>
        <p:nvSpPr>
          <p:cNvPr id="424" name="Google Shape;424;p21"/>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Additional Stakeholder Matrix Template</a:t>
            </a:r>
            <a:endParaRPr/>
          </a:p>
        </p:txBody>
      </p:sp>
      <p:sp>
        <p:nvSpPr>
          <p:cNvPr id="425" name="Google Shape;425;p2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426" name="Google Shape;426;p21"/>
          <p:cNvSpPr/>
          <p:nvPr/>
        </p:nvSpPr>
        <p:spPr>
          <a:xfrm>
            <a:off x="7075714" y="598714"/>
            <a:ext cx="4511449" cy="564099"/>
          </a:xfrm>
          <a:prstGeom prst="rect">
            <a:avLst/>
          </a:prstGeom>
          <a:noFill/>
          <a:ln cap="flat" cmpd="sng" w="9525">
            <a:solidFill>
              <a:schemeClr val="dk1"/>
            </a:solidFill>
            <a:prstDash val="solid"/>
            <a:miter lim="800000"/>
            <a:headEnd len="sm" w="sm" type="none"/>
            <a:tailEnd len="sm" w="sm" type="none"/>
          </a:ln>
        </p:spPr>
        <p:txBody>
          <a:bodyPr anchorCtr="0" anchor="t" bIns="73150" lIns="73150" spcFirstLastPara="1" rIns="73150" wrap="square" tIns="72000">
            <a:noAutofit/>
          </a:bodyPr>
          <a:lstStyle/>
          <a:p>
            <a:pPr indent="0" lvl="0" marL="0" marR="0" rtl="0" algn="ctr">
              <a:lnSpc>
                <a:spcPct val="90000"/>
              </a:lnSpc>
              <a:spcBef>
                <a:spcPts val="0"/>
              </a:spcBef>
              <a:spcAft>
                <a:spcPts val="0"/>
              </a:spcAft>
              <a:buNone/>
            </a:pPr>
            <a:r>
              <a:rPr b="1" lang="en-US" sz="1050">
                <a:solidFill>
                  <a:schemeClr val="dk1"/>
                </a:solidFill>
                <a:latin typeface="Arial"/>
                <a:ea typeface="Arial"/>
                <a:cs typeface="Arial"/>
                <a:sym typeface="Arial"/>
              </a:rPr>
              <a:t>Who must be in contact with the stakeholder group?</a:t>
            </a:r>
            <a:endParaRPr/>
          </a:p>
        </p:txBody>
      </p:sp>
      <p:sp>
        <p:nvSpPr>
          <p:cNvPr id="427" name="Google Shape;427;p21"/>
          <p:cNvSpPr txBox="1"/>
          <p:nvPr/>
        </p:nvSpPr>
        <p:spPr>
          <a:xfrm>
            <a:off x="7371807" y="869237"/>
            <a:ext cx="705284" cy="2034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Insert Name</a:t>
            </a:r>
            <a:endParaRPr/>
          </a:p>
        </p:txBody>
      </p:sp>
      <p:sp>
        <p:nvSpPr>
          <p:cNvPr id="428" name="Google Shape;428;p21"/>
          <p:cNvSpPr/>
          <p:nvPr/>
        </p:nvSpPr>
        <p:spPr>
          <a:xfrm>
            <a:off x="8078736" y="898930"/>
            <a:ext cx="144016" cy="144016"/>
          </a:xfrm>
          <a:prstGeom prst="ellipse">
            <a:avLst/>
          </a:prstGeom>
          <a:solidFill>
            <a:srgbClr val="ACC6FF"/>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None/>
            </a:pPr>
            <a:r>
              <a:t/>
            </a:r>
            <a:endParaRPr sz="1400">
              <a:solidFill>
                <a:schemeClr val="dk1"/>
              </a:solidFill>
              <a:latin typeface="Arial"/>
              <a:ea typeface="Arial"/>
              <a:cs typeface="Arial"/>
              <a:sym typeface="Arial"/>
            </a:endParaRPr>
          </a:p>
        </p:txBody>
      </p:sp>
      <p:sp>
        <p:nvSpPr>
          <p:cNvPr id="429" name="Google Shape;429;p21"/>
          <p:cNvSpPr txBox="1"/>
          <p:nvPr/>
        </p:nvSpPr>
        <p:spPr>
          <a:xfrm>
            <a:off x="8224397" y="869237"/>
            <a:ext cx="705284" cy="2034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Insert Name</a:t>
            </a:r>
            <a:endParaRPr/>
          </a:p>
        </p:txBody>
      </p:sp>
      <p:sp>
        <p:nvSpPr>
          <p:cNvPr id="430" name="Google Shape;430;p21"/>
          <p:cNvSpPr/>
          <p:nvPr/>
        </p:nvSpPr>
        <p:spPr>
          <a:xfrm>
            <a:off x="8931326" y="898930"/>
            <a:ext cx="144016" cy="144016"/>
          </a:xfrm>
          <a:prstGeom prst="ellipse">
            <a:avLst/>
          </a:prstGeom>
          <a:solidFill>
            <a:srgbClr val="FFD966"/>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None/>
            </a:pPr>
            <a:r>
              <a:t/>
            </a:r>
            <a:endParaRPr sz="1400">
              <a:solidFill>
                <a:schemeClr val="dk1"/>
              </a:solidFill>
              <a:latin typeface="Arial"/>
              <a:ea typeface="Arial"/>
              <a:cs typeface="Arial"/>
              <a:sym typeface="Arial"/>
            </a:endParaRPr>
          </a:p>
        </p:txBody>
      </p:sp>
      <p:sp>
        <p:nvSpPr>
          <p:cNvPr id="431" name="Google Shape;431;p21"/>
          <p:cNvSpPr txBox="1"/>
          <p:nvPr/>
        </p:nvSpPr>
        <p:spPr>
          <a:xfrm>
            <a:off x="9076987" y="869237"/>
            <a:ext cx="705284" cy="2034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Insert Name</a:t>
            </a:r>
            <a:endParaRPr/>
          </a:p>
        </p:txBody>
      </p:sp>
      <p:sp>
        <p:nvSpPr>
          <p:cNvPr id="432" name="Google Shape;432;p21"/>
          <p:cNvSpPr/>
          <p:nvPr/>
        </p:nvSpPr>
        <p:spPr>
          <a:xfrm>
            <a:off x="9783916" y="898930"/>
            <a:ext cx="144016" cy="14401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None/>
            </a:pPr>
            <a:r>
              <a:t/>
            </a:r>
            <a:endParaRPr sz="1400">
              <a:solidFill>
                <a:schemeClr val="dk1"/>
              </a:solidFill>
              <a:latin typeface="Arial"/>
              <a:ea typeface="Arial"/>
              <a:cs typeface="Arial"/>
              <a:sym typeface="Arial"/>
            </a:endParaRPr>
          </a:p>
        </p:txBody>
      </p:sp>
      <p:sp>
        <p:nvSpPr>
          <p:cNvPr id="433" name="Google Shape;433;p21"/>
          <p:cNvSpPr txBox="1"/>
          <p:nvPr/>
        </p:nvSpPr>
        <p:spPr>
          <a:xfrm>
            <a:off x="9929577" y="869237"/>
            <a:ext cx="705284" cy="2034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Insert Name</a:t>
            </a:r>
            <a:endParaRPr/>
          </a:p>
        </p:txBody>
      </p:sp>
      <p:sp>
        <p:nvSpPr>
          <p:cNvPr id="434" name="Google Shape;434;p21"/>
          <p:cNvSpPr/>
          <p:nvPr/>
        </p:nvSpPr>
        <p:spPr>
          <a:xfrm>
            <a:off x="10636506" y="898930"/>
            <a:ext cx="144016" cy="14401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None/>
            </a:pPr>
            <a:r>
              <a:t/>
            </a:r>
            <a:endParaRPr sz="1400">
              <a:solidFill>
                <a:schemeClr val="dk1"/>
              </a:solidFill>
              <a:latin typeface="Arial"/>
              <a:ea typeface="Arial"/>
              <a:cs typeface="Arial"/>
              <a:sym typeface="Arial"/>
            </a:endParaRPr>
          </a:p>
        </p:txBody>
      </p:sp>
      <p:sp>
        <p:nvSpPr>
          <p:cNvPr id="435" name="Google Shape;435;p21"/>
          <p:cNvSpPr txBox="1"/>
          <p:nvPr/>
        </p:nvSpPr>
        <p:spPr>
          <a:xfrm>
            <a:off x="10782167" y="869237"/>
            <a:ext cx="705284" cy="2034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Insert Name</a:t>
            </a:r>
            <a:endParaRPr/>
          </a:p>
        </p:txBody>
      </p:sp>
      <p:sp>
        <p:nvSpPr>
          <p:cNvPr id="436" name="Google Shape;436;p21"/>
          <p:cNvSpPr/>
          <p:nvPr/>
        </p:nvSpPr>
        <p:spPr>
          <a:xfrm>
            <a:off x="7226146" y="898930"/>
            <a:ext cx="144016" cy="14401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None/>
            </a:pPr>
            <a:r>
              <a:t/>
            </a:r>
            <a:endParaRPr sz="1400">
              <a:solidFill>
                <a:schemeClr val="dk1"/>
              </a:solidFill>
              <a:latin typeface="Arial"/>
              <a:ea typeface="Arial"/>
              <a:cs typeface="Arial"/>
              <a:sym typeface="Arial"/>
            </a:endParaRPr>
          </a:p>
        </p:txBody>
      </p:sp>
      <p:sp>
        <p:nvSpPr>
          <p:cNvPr id="437" name="Google Shape;437;p21"/>
          <p:cNvSpPr txBox="1"/>
          <p:nvPr/>
        </p:nvSpPr>
        <p:spPr>
          <a:xfrm rot="-5400000">
            <a:off x="642024" y="3388544"/>
            <a:ext cx="3655179" cy="822303"/>
          </a:xfrm>
          <a:prstGeom prst="rect">
            <a:avLst/>
          </a:prstGeom>
          <a:noFill/>
          <a:ln>
            <a:noFill/>
          </a:ln>
        </p:spPr>
        <p:txBody>
          <a:bodyPr anchorCtr="0" anchor="t" bIns="32125" lIns="64275" spcFirstLastPara="1" rIns="64275" wrap="square" tIns="32125">
            <a:sp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Influence</a:t>
            </a:r>
            <a:endParaRPr/>
          </a:p>
          <a:p>
            <a:pPr indent="0" lvl="0" marL="0" marR="0" rtl="0" algn="ctr">
              <a:spcBef>
                <a:spcPts val="0"/>
              </a:spcBef>
              <a:spcAft>
                <a:spcPts val="0"/>
              </a:spcAft>
              <a:buNone/>
            </a:pPr>
            <a:r>
              <a:rPr i="1" lang="en-US" sz="1300">
                <a:solidFill>
                  <a:schemeClr val="dk1"/>
                </a:solidFill>
                <a:latin typeface="Arial"/>
                <a:ea typeface="Arial"/>
                <a:cs typeface="Arial"/>
                <a:sym typeface="Arial"/>
              </a:rPr>
              <a:t>Extent to which this group or person’s buy-in is needed to move forward</a:t>
            </a:r>
            <a:endParaRPr/>
          </a:p>
          <a:p>
            <a:pPr indent="0" lvl="0" marL="0" marR="0" rtl="0" algn="ctr">
              <a:spcBef>
                <a:spcPts val="0"/>
              </a:spcBef>
              <a:spcAft>
                <a:spcPts val="0"/>
              </a:spcAft>
              <a:buNone/>
            </a:pPr>
            <a:r>
              <a:t/>
            </a:r>
            <a:endParaRPr b="1" sz="600">
              <a:solidFill>
                <a:schemeClr val="dk1"/>
              </a:solidFill>
              <a:latin typeface="Arial"/>
              <a:ea typeface="Arial"/>
              <a:cs typeface="Arial"/>
              <a:sym typeface="Arial"/>
            </a:endParaRPr>
          </a:p>
        </p:txBody>
      </p:sp>
      <p:sp>
        <p:nvSpPr>
          <p:cNvPr id="438" name="Google Shape;438;p21"/>
          <p:cNvSpPr txBox="1"/>
          <p:nvPr/>
        </p:nvSpPr>
        <p:spPr>
          <a:xfrm>
            <a:off x="3842344" y="6028154"/>
            <a:ext cx="4985661" cy="557346"/>
          </a:xfrm>
          <a:prstGeom prst="rect">
            <a:avLst/>
          </a:prstGeom>
          <a:noFill/>
          <a:ln>
            <a:noFill/>
          </a:ln>
        </p:spPr>
        <p:txBody>
          <a:bodyPr anchorCtr="0" anchor="t" bIns="32125" lIns="64275" spcFirstLastPara="1" rIns="64275" wrap="square" tIns="32125">
            <a:spAutoFit/>
          </a:bodyPr>
          <a:lstStyle/>
          <a:p>
            <a:pPr indent="0" lvl="0" marL="0" marR="0" rtl="0" algn="ctr">
              <a:spcBef>
                <a:spcPts val="0"/>
              </a:spcBef>
              <a:spcAft>
                <a:spcPts val="0"/>
              </a:spcAft>
              <a:buNone/>
            </a:pPr>
            <a:r>
              <a:rPr b="1" lang="en-US" sz="1300">
                <a:solidFill>
                  <a:schemeClr val="dk1"/>
                </a:solidFill>
                <a:latin typeface="Arial"/>
                <a:ea typeface="Arial"/>
                <a:cs typeface="Arial"/>
                <a:sym typeface="Arial"/>
              </a:rPr>
              <a:t>Impact</a:t>
            </a:r>
            <a:br>
              <a:rPr b="1" lang="en-US" sz="1300">
                <a:solidFill>
                  <a:schemeClr val="dk1"/>
                </a:solidFill>
                <a:latin typeface="Arial"/>
                <a:ea typeface="Arial"/>
                <a:cs typeface="Arial"/>
                <a:sym typeface="Arial"/>
              </a:rPr>
            </a:br>
            <a:r>
              <a:rPr i="1" lang="en-US" sz="1300">
                <a:solidFill>
                  <a:schemeClr val="dk1"/>
                </a:solidFill>
                <a:latin typeface="Arial"/>
                <a:ea typeface="Arial"/>
                <a:cs typeface="Arial"/>
                <a:sym typeface="Arial"/>
              </a:rPr>
              <a:t>Extent to which the project will impact this group/person</a:t>
            </a:r>
            <a:endParaRPr/>
          </a:p>
          <a:p>
            <a:pPr indent="0" lvl="0" marL="0" marR="0" rtl="0" algn="ctr">
              <a:spcBef>
                <a:spcPts val="0"/>
              </a:spcBef>
              <a:spcAft>
                <a:spcPts val="0"/>
              </a:spcAft>
              <a:buNone/>
            </a:pPr>
            <a:r>
              <a:t/>
            </a:r>
            <a:endParaRPr b="1" sz="600">
              <a:solidFill>
                <a:schemeClr val="dk1"/>
              </a:solidFill>
              <a:latin typeface="Arial"/>
              <a:ea typeface="Arial"/>
              <a:cs typeface="Arial"/>
              <a:sym typeface="Arial"/>
            </a:endParaRPr>
          </a:p>
        </p:txBody>
      </p:sp>
      <p:sp>
        <p:nvSpPr>
          <p:cNvPr id="439" name="Google Shape;439;p21"/>
          <p:cNvSpPr txBox="1"/>
          <p:nvPr/>
        </p:nvSpPr>
        <p:spPr>
          <a:xfrm>
            <a:off x="2322702" y="1575481"/>
            <a:ext cx="484070" cy="264958"/>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high</a:t>
            </a:r>
            <a:endParaRPr/>
          </a:p>
        </p:txBody>
      </p:sp>
      <p:sp>
        <p:nvSpPr>
          <p:cNvPr id="440" name="Google Shape;440;p21"/>
          <p:cNvSpPr txBox="1"/>
          <p:nvPr/>
        </p:nvSpPr>
        <p:spPr>
          <a:xfrm>
            <a:off x="2874378" y="6028154"/>
            <a:ext cx="408728" cy="264958"/>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low</a:t>
            </a:r>
            <a:endParaRPr/>
          </a:p>
        </p:txBody>
      </p:sp>
      <p:sp>
        <p:nvSpPr>
          <p:cNvPr id="441" name="Google Shape;441;p21"/>
          <p:cNvSpPr txBox="1"/>
          <p:nvPr/>
        </p:nvSpPr>
        <p:spPr>
          <a:xfrm>
            <a:off x="3359700" y="1641939"/>
            <a:ext cx="2386833" cy="3419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i="1" lang="en-US" sz="1800">
                <a:solidFill>
                  <a:schemeClr val="dk1"/>
                </a:solidFill>
                <a:latin typeface="Arial"/>
                <a:ea typeface="Arial"/>
                <a:cs typeface="Arial"/>
                <a:sym typeface="Arial"/>
              </a:rPr>
              <a:t>Maintain Confidence</a:t>
            </a:r>
            <a:endParaRPr/>
          </a:p>
        </p:txBody>
      </p:sp>
      <p:sp>
        <p:nvSpPr>
          <p:cNvPr id="442" name="Google Shape;442;p21"/>
          <p:cNvSpPr txBox="1"/>
          <p:nvPr/>
        </p:nvSpPr>
        <p:spPr>
          <a:xfrm>
            <a:off x="7348718" y="3770753"/>
            <a:ext cx="1745632" cy="3419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i="1" lang="en-US" sz="1800">
                <a:solidFill>
                  <a:schemeClr val="dk1"/>
                </a:solidFill>
                <a:latin typeface="Arial"/>
                <a:ea typeface="Arial"/>
                <a:cs typeface="Arial"/>
                <a:sym typeface="Arial"/>
              </a:rPr>
              <a:t>Keep Informed</a:t>
            </a:r>
            <a:endParaRPr/>
          </a:p>
        </p:txBody>
      </p:sp>
      <p:sp>
        <p:nvSpPr>
          <p:cNvPr id="443" name="Google Shape;443;p21"/>
          <p:cNvSpPr txBox="1"/>
          <p:nvPr/>
        </p:nvSpPr>
        <p:spPr>
          <a:xfrm>
            <a:off x="7521842" y="1641939"/>
            <a:ext cx="1399384" cy="3419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i="1" lang="en-US" sz="1800">
                <a:solidFill>
                  <a:schemeClr val="dk1"/>
                </a:solidFill>
                <a:latin typeface="Arial"/>
                <a:ea typeface="Arial"/>
                <a:cs typeface="Arial"/>
                <a:sym typeface="Arial"/>
              </a:rPr>
              <a:t>Collaborate</a:t>
            </a:r>
            <a:endParaRPr/>
          </a:p>
        </p:txBody>
      </p:sp>
      <p:sp>
        <p:nvSpPr>
          <p:cNvPr id="444" name="Google Shape;444;p21"/>
          <p:cNvSpPr txBox="1"/>
          <p:nvPr/>
        </p:nvSpPr>
        <p:spPr>
          <a:xfrm>
            <a:off x="3301991" y="3784015"/>
            <a:ext cx="2502250" cy="341903"/>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i="1" lang="en-US" sz="1800">
                <a:solidFill>
                  <a:schemeClr val="dk1"/>
                </a:solidFill>
                <a:latin typeface="Arial"/>
                <a:ea typeface="Arial"/>
                <a:cs typeface="Arial"/>
                <a:sym typeface="Arial"/>
              </a:rPr>
              <a:t>Monitor and Respond</a:t>
            </a:r>
            <a:endParaRPr/>
          </a:p>
        </p:txBody>
      </p:sp>
      <p:grpSp>
        <p:nvGrpSpPr>
          <p:cNvPr id="445" name="Google Shape;445;p21"/>
          <p:cNvGrpSpPr/>
          <p:nvPr/>
        </p:nvGrpSpPr>
        <p:grpSpPr>
          <a:xfrm>
            <a:off x="2874378" y="1641939"/>
            <a:ext cx="6978070" cy="4315513"/>
            <a:chOff x="1216223" y="1056184"/>
            <a:chExt cx="10945217" cy="7704857"/>
          </a:xfrm>
        </p:grpSpPr>
        <p:cxnSp>
          <p:nvCxnSpPr>
            <p:cNvPr id="446" name="Google Shape;446;p21"/>
            <p:cNvCxnSpPr/>
            <p:nvPr/>
          </p:nvCxnSpPr>
          <p:spPr>
            <a:xfrm flipH="1" rot="10800000">
              <a:off x="1216225" y="4800600"/>
              <a:ext cx="10945215" cy="8705"/>
            </a:xfrm>
            <a:prstGeom prst="straightConnector1">
              <a:avLst/>
            </a:prstGeom>
            <a:noFill/>
            <a:ln cap="flat" cmpd="sng" w="25400">
              <a:solidFill>
                <a:srgbClr val="D8D8D8"/>
              </a:solidFill>
              <a:prstDash val="solid"/>
              <a:round/>
              <a:headEnd len="med" w="med" type="none"/>
              <a:tailEnd len="med" w="med" type="stealth"/>
            </a:ln>
          </p:spPr>
        </p:cxnSp>
        <p:cxnSp>
          <p:nvCxnSpPr>
            <p:cNvPr id="447" name="Google Shape;447;p21"/>
            <p:cNvCxnSpPr/>
            <p:nvPr/>
          </p:nvCxnSpPr>
          <p:spPr>
            <a:xfrm rot="10800000">
              <a:off x="6428231" y="1208905"/>
              <a:ext cx="72007" cy="7552135"/>
            </a:xfrm>
            <a:prstGeom prst="straightConnector1">
              <a:avLst/>
            </a:prstGeom>
            <a:noFill/>
            <a:ln cap="flat" cmpd="sng" w="25400">
              <a:solidFill>
                <a:srgbClr val="D8D8D8"/>
              </a:solidFill>
              <a:prstDash val="solid"/>
              <a:round/>
              <a:headEnd len="med" w="med" type="none"/>
              <a:tailEnd len="med" w="med" type="stealth"/>
            </a:ln>
          </p:spPr>
        </p:cxnSp>
        <p:cxnSp>
          <p:nvCxnSpPr>
            <p:cNvPr id="448" name="Google Shape;448;p21"/>
            <p:cNvCxnSpPr/>
            <p:nvPr/>
          </p:nvCxnSpPr>
          <p:spPr>
            <a:xfrm rot="10800000">
              <a:off x="1216223" y="1056184"/>
              <a:ext cx="0" cy="7704857"/>
            </a:xfrm>
            <a:prstGeom prst="straightConnector1">
              <a:avLst/>
            </a:prstGeom>
            <a:noFill/>
            <a:ln cap="flat" cmpd="sng" w="25400">
              <a:solidFill>
                <a:schemeClr val="dk1"/>
              </a:solidFill>
              <a:prstDash val="solid"/>
              <a:round/>
              <a:headEnd len="med" w="med" type="none"/>
              <a:tailEnd len="med" w="med" type="stealth"/>
            </a:ln>
          </p:spPr>
        </p:cxnSp>
        <p:cxnSp>
          <p:nvCxnSpPr>
            <p:cNvPr id="449" name="Google Shape;449;p21"/>
            <p:cNvCxnSpPr/>
            <p:nvPr/>
          </p:nvCxnSpPr>
          <p:spPr>
            <a:xfrm flipH="1" rot="10800000">
              <a:off x="1216226" y="8761040"/>
              <a:ext cx="10945214" cy="1"/>
            </a:xfrm>
            <a:prstGeom prst="straightConnector1">
              <a:avLst/>
            </a:prstGeom>
            <a:noFill/>
            <a:ln cap="flat" cmpd="sng" w="25400">
              <a:solidFill>
                <a:schemeClr val="dk1"/>
              </a:solidFill>
              <a:prstDash val="solid"/>
              <a:round/>
              <a:headEnd len="med" w="med" type="none"/>
              <a:tailEnd len="med" w="med" type="stealth"/>
            </a:ln>
          </p:spPr>
        </p:cxnSp>
      </p:grpSp>
      <p:sp>
        <p:nvSpPr>
          <p:cNvPr id="450" name="Google Shape;450;p21"/>
          <p:cNvSpPr txBox="1"/>
          <p:nvPr/>
        </p:nvSpPr>
        <p:spPr>
          <a:xfrm>
            <a:off x="9387243" y="6028154"/>
            <a:ext cx="484070" cy="264958"/>
          </a:xfrm>
          <a:prstGeom prst="rect">
            <a:avLst/>
          </a:prstGeom>
          <a:noFill/>
          <a:ln>
            <a:noFill/>
          </a:ln>
        </p:spPr>
        <p:txBody>
          <a:bodyPr anchorCtr="0" anchor="t" bIns="32125" lIns="64275" spcFirstLastPara="1" rIns="64275" wrap="square" tIns="32125">
            <a:sp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high</a:t>
            </a:r>
            <a:endParaRPr/>
          </a:p>
        </p:txBody>
      </p:sp>
      <p:sp>
        <p:nvSpPr>
          <p:cNvPr id="451" name="Google Shape;451;p21"/>
          <p:cNvSpPr/>
          <p:nvPr/>
        </p:nvSpPr>
        <p:spPr>
          <a:xfrm>
            <a:off x="6826124" y="2127342"/>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2" name="Google Shape;452;p21"/>
          <p:cNvSpPr/>
          <p:nvPr/>
        </p:nvSpPr>
        <p:spPr>
          <a:xfrm>
            <a:off x="8013968" y="2127342"/>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3" name="Google Shape;453;p21"/>
          <p:cNvSpPr/>
          <p:nvPr/>
        </p:nvSpPr>
        <p:spPr>
          <a:xfrm>
            <a:off x="8157785" y="2127342"/>
            <a:ext cx="99676" cy="99676"/>
          </a:xfrm>
          <a:prstGeom prst="ellipse">
            <a:avLst/>
          </a:prstGeom>
          <a:solidFill>
            <a:srgbClr val="B0C8FE"/>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4" name="Google Shape;454;p21"/>
          <p:cNvSpPr/>
          <p:nvPr/>
        </p:nvSpPr>
        <p:spPr>
          <a:xfrm>
            <a:off x="9309884" y="2127342"/>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5" name="Google Shape;455;p21"/>
          <p:cNvSpPr/>
          <p:nvPr/>
        </p:nvSpPr>
        <p:spPr>
          <a:xfrm>
            <a:off x="9453701" y="2127342"/>
            <a:ext cx="99676" cy="99676"/>
          </a:xfrm>
          <a:prstGeom prst="ellipse">
            <a:avLst/>
          </a:prstGeom>
          <a:solidFill>
            <a:srgbClr val="B0C8FE"/>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6" name="Google Shape;456;p21"/>
          <p:cNvSpPr/>
          <p:nvPr/>
        </p:nvSpPr>
        <p:spPr>
          <a:xfrm>
            <a:off x="6728931" y="2583688"/>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7" name="Google Shape;457;p21"/>
          <p:cNvSpPr/>
          <p:nvPr/>
        </p:nvSpPr>
        <p:spPr>
          <a:xfrm>
            <a:off x="6872748" y="2583688"/>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8" name="Google Shape;458;p21"/>
          <p:cNvSpPr/>
          <p:nvPr/>
        </p:nvSpPr>
        <p:spPr>
          <a:xfrm>
            <a:off x="6994762" y="212734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59" name="Google Shape;459;p21"/>
          <p:cNvSpPr/>
          <p:nvPr/>
        </p:nvSpPr>
        <p:spPr>
          <a:xfrm>
            <a:off x="8302821" y="212734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0" name="Google Shape;460;p21"/>
          <p:cNvSpPr/>
          <p:nvPr/>
        </p:nvSpPr>
        <p:spPr>
          <a:xfrm>
            <a:off x="9586617" y="212734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1" name="Google Shape;461;p21"/>
          <p:cNvSpPr/>
          <p:nvPr/>
        </p:nvSpPr>
        <p:spPr>
          <a:xfrm>
            <a:off x="7160918" y="2587557"/>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2" name="Google Shape;462;p21"/>
          <p:cNvSpPr/>
          <p:nvPr/>
        </p:nvSpPr>
        <p:spPr>
          <a:xfrm>
            <a:off x="7022893" y="2587557"/>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3" name="Google Shape;463;p21"/>
          <p:cNvSpPr/>
          <p:nvPr/>
        </p:nvSpPr>
        <p:spPr>
          <a:xfrm>
            <a:off x="7891932" y="2583688"/>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4" name="Google Shape;464;p21"/>
          <p:cNvSpPr/>
          <p:nvPr/>
        </p:nvSpPr>
        <p:spPr>
          <a:xfrm>
            <a:off x="8035749" y="2583688"/>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5" name="Google Shape;465;p21"/>
          <p:cNvSpPr/>
          <p:nvPr/>
        </p:nvSpPr>
        <p:spPr>
          <a:xfrm>
            <a:off x="8323919" y="2587557"/>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6" name="Google Shape;466;p21"/>
          <p:cNvSpPr/>
          <p:nvPr/>
        </p:nvSpPr>
        <p:spPr>
          <a:xfrm>
            <a:off x="8185894" y="2587557"/>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7" name="Google Shape;467;p21"/>
          <p:cNvSpPr/>
          <p:nvPr/>
        </p:nvSpPr>
        <p:spPr>
          <a:xfrm>
            <a:off x="9159739" y="2583688"/>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8" name="Google Shape;468;p21"/>
          <p:cNvSpPr/>
          <p:nvPr/>
        </p:nvSpPr>
        <p:spPr>
          <a:xfrm>
            <a:off x="9303557" y="2583688"/>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69" name="Google Shape;469;p21"/>
          <p:cNvSpPr/>
          <p:nvPr/>
        </p:nvSpPr>
        <p:spPr>
          <a:xfrm>
            <a:off x="9591726" y="2587557"/>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0" name="Google Shape;470;p21"/>
          <p:cNvSpPr/>
          <p:nvPr/>
        </p:nvSpPr>
        <p:spPr>
          <a:xfrm>
            <a:off x="9453701" y="2587557"/>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1" name="Google Shape;471;p21"/>
          <p:cNvSpPr/>
          <p:nvPr/>
        </p:nvSpPr>
        <p:spPr>
          <a:xfrm>
            <a:off x="9159739" y="3071593"/>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2" name="Google Shape;472;p21"/>
          <p:cNvSpPr/>
          <p:nvPr/>
        </p:nvSpPr>
        <p:spPr>
          <a:xfrm>
            <a:off x="9303557" y="3071593"/>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3" name="Google Shape;473;p21"/>
          <p:cNvSpPr/>
          <p:nvPr/>
        </p:nvSpPr>
        <p:spPr>
          <a:xfrm>
            <a:off x="9591726" y="307546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4" name="Google Shape;474;p21"/>
          <p:cNvSpPr/>
          <p:nvPr/>
        </p:nvSpPr>
        <p:spPr>
          <a:xfrm>
            <a:off x="9453701" y="3075462"/>
            <a:ext cx="99676" cy="99676"/>
          </a:xfrm>
          <a:prstGeom prst="ellipse">
            <a:avLst/>
          </a:prstGeom>
          <a:solidFill>
            <a:srgbClr val="B0C8FE"/>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5" name="Google Shape;475;p21"/>
          <p:cNvSpPr/>
          <p:nvPr/>
        </p:nvSpPr>
        <p:spPr>
          <a:xfrm>
            <a:off x="7914270" y="3071593"/>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6" name="Google Shape;476;p21"/>
          <p:cNvSpPr/>
          <p:nvPr/>
        </p:nvSpPr>
        <p:spPr>
          <a:xfrm>
            <a:off x="8058087" y="3071593"/>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7" name="Google Shape;477;p21"/>
          <p:cNvSpPr/>
          <p:nvPr/>
        </p:nvSpPr>
        <p:spPr>
          <a:xfrm>
            <a:off x="8346257" y="307546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8" name="Google Shape;478;p21"/>
          <p:cNvSpPr/>
          <p:nvPr/>
        </p:nvSpPr>
        <p:spPr>
          <a:xfrm>
            <a:off x="8208232" y="3075462"/>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79" name="Google Shape;479;p21"/>
          <p:cNvSpPr/>
          <p:nvPr/>
        </p:nvSpPr>
        <p:spPr>
          <a:xfrm>
            <a:off x="6585114" y="3071593"/>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0" name="Google Shape;480;p21"/>
          <p:cNvSpPr/>
          <p:nvPr/>
        </p:nvSpPr>
        <p:spPr>
          <a:xfrm>
            <a:off x="6728931" y="3071593"/>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1" name="Google Shape;481;p21"/>
          <p:cNvSpPr/>
          <p:nvPr/>
        </p:nvSpPr>
        <p:spPr>
          <a:xfrm>
            <a:off x="7017101" y="307546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2" name="Google Shape;482;p21"/>
          <p:cNvSpPr/>
          <p:nvPr/>
        </p:nvSpPr>
        <p:spPr>
          <a:xfrm>
            <a:off x="6879076" y="3075462"/>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3" name="Google Shape;483;p21"/>
          <p:cNvSpPr/>
          <p:nvPr/>
        </p:nvSpPr>
        <p:spPr>
          <a:xfrm>
            <a:off x="6711702" y="4485084"/>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4" name="Google Shape;484;p21"/>
          <p:cNvSpPr/>
          <p:nvPr/>
        </p:nvSpPr>
        <p:spPr>
          <a:xfrm>
            <a:off x="6880340" y="4485084"/>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5" name="Google Shape;485;p21"/>
          <p:cNvSpPr/>
          <p:nvPr/>
        </p:nvSpPr>
        <p:spPr>
          <a:xfrm>
            <a:off x="7955907" y="4485084"/>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6" name="Google Shape;486;p21"/>
          <p:cNvSpPr/>
          <p:nvPr/>
        </p:nvSpPr>
        <p:spPr>
          <a:xfrm>
            <a:off x="8124545" y="4485084"/>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7" name="Google Shape;487;p21"/>
          <p:cNvSpPr/>
          <p:nvPr/>
        </p:nvSpPr>
        <p:spPr>
          <a:xfrm>
            <a:off x="9218605" y="4485084"/>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8" name="Google Shape;488;p21"/>
          <p:cNvSpPr/>
          <p:nvPr/>
        </p:nvSpPr>
        <p:spPr>
          <a:xfrm>
            <a:off x="9387243" y="4485084"/>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89" name="Google Shape;489;p21"/>
          <p:cNvSpPr/>
          <p:nvPr/>
        </p:nvSpPr>
        <p:spPr>
          <a:xfrm>
            <a:off x="6711702" y="4972520"/>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0" name="Google Shape;490;p21"/>
          <p:cNvSpPr/>
          <p:nvPr/>
        </p:nvSpPr>
        <p:spPr>
          <a:xfrm>
            <a:off x="6880340" y="4972520"/>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1" name="Google Shape;491;p21"/>
          <p:cNvSpPr/>
          <p:nvPr/>
        </p:nvSpPr>
        <p:spPr>
          <a:xfrm>
            <a:off x="8058087" y="4972520"/>
            <a:ext cx="99676" cy="99676"/>
          </a:xfrm>
          <a:prstGeom prst="ellipse">
            <a:avLst/>
          </a:prstGeom>
          <a:solidFill>
            <a:srgbClr val="496A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2" name="Google Shape;492;p21"/>
          <p:cNvSpPr/>
          <p:nvPr/>
        </p:nvSpPr>
        <p:spPr>
          <a:xfrm>
            <a:off x="3377792" y="4485084"/>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3" name="Google Shape;493;p21"/>
          <p:cNvSpPr/>
          <p:nvPr/>
        </p:nvSpPr>
        <p:spPr>
          <a:xfrm>
            <a:off x="3546430" y="4485084"/>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4" name="Google Shape;494;p21"/>
          <p:cNvSpPr/>
          <p:nvPr/>
        </p:nvSpPr>
        <p:spPr>
          <a:xfrm>
            <a:off x="3377792" y="4972520"/>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5" name="Google Shape;495;p21"/>
          <p:cNvSpPr/>
          <p:nvPr/>
        </p:nvSpPr>
        <p:spPr>
          <a:xfrm>
            <a:off x="3546430" y="4972520"/>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6" name="Google Shape;496;p21"/>
          <p:cNvSpPr/>
          <p:nvPr/>
        </p:nvSpPr>
        <p:spPr>
          <a:xfrm>
            <a:off x="3485118" y="2127342"/>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7" name="Google Shape;497;p21"/>
          <p:cNvSpPr/>
          <p:nvPr/>
        </p:nvSpPr>
        <p:spPr>
          <a:xfrm>
            <a:off x="3387925" y="2583688"/>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8" name="Google Shape;498;p21"/>
          <p:cNvSpPr/>
          <p:nvPr/>
        </p:nvSpPr>
        <p:spPr>
          <a:xfrm>
            <a:off x="3531743" y="2583688"/>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499" name="Google Shape;499;p21"/>
          <p:cNvSpPr/>
          <p:nvPr/>
        </p:nvSpPr>
        <p:spPr>
          <a:xfrm>
            <a:off x="3653757" y="212734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0" name="Google Shape;500;p21"/>
          <p:cNvSpPr/>
          <p:nvPr/>
        </p:nvSpPr>
        <p:spPr>
          <a:xfrm>
            <a:off x="3819912" y="2587557"/>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1" name="Google Shape;501;p21"/>
          <p:cNvSpPr/>
          <p:nvPr/>
        </p:nvSpPr>
        <p:spPr>
          <a:xfrm>
            <a:off x="3681887" y="2587557"/>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2" name="Google Shape;502;p21"/>
          <p:cNvSpPr/>
          <p:nvPr/>
        </p:nvSpPr>
        <p:spPr>
          <a:xfrm>
            <a:off x="3244108" y="3071593"/>
            <a:ext cx="99676" cy="99676"/>
          </a:xfrm>
          <a:prstGeom prst="ellipse">
            <a:avLst/>
          </a:prstGeom>
          <a:solidFill>
            <a:srgbClr val="92D05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3" name="Google Shape;503;p21"/>
          <p:cNvSpPr/>
          <p:nvPr/>
        </p:nvSpPr>
        <p:spPr>
          <a:xfrm>
            <a:off x="3387925" y="3071593"/>
            <a:ext cx="99676" cy="99676"/>
          </a:xfrm>
          <a:prstGeom prst="ellipse">
            <a:avLst/>
          </a:prstGeom>
          <a:solidFill>
            <a:srgbClr val="A9DDF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4" name="Google Shape;504;p21"/>
          <p:cNvSpPr/>
          <p:nvPr/>
        </p:nvSpPr>
        <p:spPr>
          <a:xfrm>
            <a:off x="3676095" y="3075462"/>
            <a:ext cx="99676" cy="99676"/>
          </a:xfrm>
          <a:prstGeom prst="ellipse">
            <a:avLst/>
          </a:prstGeom>
          <a:solidFill>
            <a:srgbClr val="004A8D"/>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05" name="Google Shape;505;p21"/>
          <p:cNvSpPr/>
          <p:nvPr/>
        </p:nvSpPr>
        <p:spPr>
          <a:xfrm>
            <a:off x="3538070" y="3075462"/>
            <a:ext cx="99676" cy="99676"/>
          </a:xfrm>
          <a:prstGeom prst="ellipse">
            <a:avLst/>
          </a:prstGeom>
          <a:solidFill>
            <a:srgbClr val="DCDC00"/>
          </a:solidFill>
          <a:ln>
            <a:noFill/>
          </a:ln>
        </p:spPr>
        <p:txBody>
          <a:bodyPr anchorCtr="0" anchor="ctr" bIns="73150" lIns="73150" spcFirstLastPara="1" rIns="73150" wrap="square" tIns="73150">
            <a:noAutofit/>
          </a:bodyPr>
          <a:lstStyle/>
          <a:p>
            <a:pPr indent="0" lvl="0" marL="0" marR="0" rtl="0" algn="ctr">
              <a:lnSpc>
                <a:spcPct val="9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100"/>
              <a:buFont typeface="Arial"/>
              <a:buNone/>
            </a:pPr>
            <a:r>
              <a:rPr lang="en-US" sz="2100"/>
              <a:t>Communication Channels</a:t>
            </a:r>
            <a:br>
              <a:rPr lang="en-US" sz="2100"/>
            </a:br>
            <a:r>
              <a:rPr b="0" lang="en-US" sz="2100"/>
              <a:t>To deliver our messages, we will mainly leverage [insert your own number] internal communication channels and [insert your own number] external communication channels </a:t>
            </a:r>
            <a:endParaRPr/>
          </a:p>
        </p:txBody>
      </p:sp>
      <p:sp>
        <p:nvSpPr>
          <p:cNvPr id="511" name="Google Shape;511;p2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512" name="Google Shape;512;p22"/>
          <p:cNvSpPr/>
          <p:nvPr/>
        </p:nvSpPr>
        <p:spPr>
          <a:xfrm>
            <a:off x="599569" y="4127394"/>
            <a:ext cx="10987593" cy="2196497"/>
          </a:xfrm>
          <a:prstGeom prst="rect">
            <a:avLst/>
          </a:prstGeom>
          <a:solidFill>
            <a:schemeClr val="lt1"/>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13" name="Google Shape;513;p22"/>
          <p:cNvSpPr/>
          <p:nvPr/>
        </p:nvSpPr>
        <p:spPr>
          <a:xfrm>
            <a:off x="599569" y="1699951"/>
            <a:ext cx="10987593" cy="2196497"/>
          </a:xfrm>
          <a:prstGeom prst="rect">
            <a:avLst/>
          </a:prstGeom>
          <a:solidFill>
            <a:schemeClr val="lt1"/>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pic>
        <p:nvPicPr>
          <p:cNvPr descr="Open envelope" id="514" name="Google Shape;514;p22"/>
          <p:cNvPicPr preferRelativeResize="0"/>
          <p:nvPr/>
        </p:nvPicPr>
        <p:blipFill rotWithShape="1">
          <a:blip r:embed="rId3">
            <a:alphaModFix/>
          </a:blip>
          <a:srcRect b="0" l="0" r="0" t="0"/>
          <a:stretch/>
        </p:blipFill>
        <p:spPr>
          <a:xfrm>
            <a:off x="8607921" y="5348316"/>
            <a:ext cx="468076" cy="468076"/>
          </a:xfrm>
          <a:prstGeom prst="rect">
            <a:avLst/>
          </a:prstGeom>
          <a:noFill/>
          <a:ln>
            <a:noFill/>
          </a:ln>
        </p:spPr>
      </p:pic>
      <p:pic>
        <p:nvPicPr>
          <p:cNvPr descr="Wireless router" id="515" name="Google Shape;515;p22"/>
          <p:cNvPicPr preferRelativeResize="0"/>
          <p:nvPr/>
        </p:nvPicPr>
        <p:blipFill rotWithShape="1">
          <a:blip r:embed="rId4">
            <a:alphaModFix/>
          </a:blip>
          <a:srcRect b="0" l="0" r="0" t="0"/>
          <a:stretch/>
        </p:blipFill>
        <p:spPr>
          <a:xfrm>
            <a:off x="3050239" y="5218160"/>
            <a:ext cx="598232" cy="598232"/>
          </a:xfrm>
          <a:prstGeom prst="rect">
            <a:avLst/>
          </a:prstGeom>
          <a:noFill/>
          <a:ln>
            <a:noFill/>
          </a:ln>
        </p:spPr>
      </p:pic>
      <p:pic>
        <p:nvPicPr>
          <p:cNvPr descr="Television" id="516" name="Google Shape;516;p22"/>
          <p:cNvPicPr preferRelativeResize="0"/>
          <p:nvPr/>
        </p:nvPicPr>
        <p:blipFill rotWithShape="1">
          <a:blip r:embed="rId5">
            <a:alphaModFix/>
          </a:blip>
          <a:srcRect b="0" l="0" r="0" t="0"/>
          <a:stretch/>
        </p:blipFill>
        <p:spPr>
          <a:xfrm>
            <a:off x="1259833" y="5299084"/>
            <a:ext cx="517308" cy="517308"/>
          </a:xfrm>
          <a:prstGeom prst="rect">
            <a:avLst/>
          </a:prstGeom>
          <a:noFill/>
          <a:ln>
            <a:noFill/>
          </a:ln>
        </p:spPr>
      </p:pic>
      <p:pic>
        <p:nvPicPr>
          <p:cNvPr descr="Newspaper" id="517" name="Google Shape;517;p22"/>
          <p:cNvPicPr preferRelativeResize="0"/>
          <p:nvPr/>
        </p:nvPicPr>
        <p:blipFill rotWithShape="1">
          <a:blip r:embed="rId6">
            <a:alphaModFix/>
          </a:blip>
          <a:srcRect b="0" l="0" r="0" t="0"/>
          <a:stretch/>
        </p:blipFill>
        <p:spPr>
          <a:xfrm>
            <a:off x="4886850" y="5229644"/>
            <a:ext cx="586746" cy="586748"/>
          </a:xfrm>
          <a:prstGeom prst="rect">
            <a:avLst/>
          </a:prstGeom>
          <a:noFill/>
          <a:ln>
            <a:noFill/>
          </a:ln>
        </p:spPr>
      </p:pic>
      <p:pic>
        <p:nvPicPr>
          <p:cNvPr descr="Customer review" id="518" name="Google Shape;518;p22"/>
          <p:cNvPicPr preferRelativeResize="0"/>
          <p:nvPr/>
        </p:nvPicPr>
        <p:blipFill rotWithShape="1">
          <a:blip r:embed="rId7">
            <a:alphaModFix/>
          </a:blip>
          <a:srcRect b="0" l="0" r="0" t="0"/>
          <a:stretch/>
        </p:blipFill>
        <p:spPr>
          <a:xfrm>
            <a:off x="10388015" y="5246772"/>
            <a:ext cx="569620" cy="569620"/>
          </a:xfrm>
          <a:prstGeom prst="rect">
            <a:avLst/>
          </a:prstGeom>
          <a:noFill/>
          <a:ln>
            <a:noFill/>
          </a:ln>
        </p:spPr>
      </p:pic>
      <p:sp>
        <p:nvSpPr>
          <p:cNvPr id="519" name="Google Shape;519;p22"/>
          <p:cNvSpPr txBox="1"/>
          <p:nvPr/>
        </p:nvSpPr>
        <p:spPr>
          <a:xfrm>
            <a:off x="788200" y="5946013"/>
            <a:ext cx="146057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TV</a:t>
            </a:r>
            <a:endParaRPr/>
          </a:p>
        </p:txBody>
      </p:sp>
      <p:sp>
        <p:nvSpPr>
          <p:cNvPr id="520" name="Google Shape;520;p22"/>
          <p:cNvSpPr txBox="1"/>
          <p:nvPr/>
        </p:nvSpPr>
        <p:spPr>
          <a:xfrm>
            <a:off x="8111672" y="5946013"/>
            <a:ext cx="146057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Mailing</a:t>
            </a:r>
            <a:endParaRPr/>
          </a:p>
        </p:txBody>
      </p:sp>
      <p:sp>
        <p:nvSpPr>
          <p:cNvPr id="521" name="Google Shape;521;p22"/>
          <p:cNvSpPr txBox="1"/>
          <p:nvPr/>
        </p:nvSpPr>
        <p:spPr>
          <a:xfrm>
            <a:off x="2619068" y="5946013"/>
            <a:ext cx="146057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Radio</a:t>
            </a:r>
            <a:endParaRPr/>
          </a:p>
        </p:txBody>
      </p:sp>
      <p:sp>
        <p:nvSpPr>
          <p:cNvPr id="522" name="Google Shape;522;p22"/>
          <p:cNvSpPr txBox="1"/>
          <p:nvPr/>
        </p:nvSpPr>
        <p:spPr>
          <a:xfrm>
            <a:off x="6280804" y="5946013"/>
            <a:ext cx="146057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Billboard</a:t>
            </a:r>
            <a:endParaRPr/>
          </a:p>
        </p:txBody>
      </p:sp>
      <p:sp>
        <p:nvSpPr>
          <p:cNvPr id="523" name="Google Shape;523;p22"/>
          <p:cNvSpPr txBox="1"/>
          <p:nvPr/>
        </p:nvSpPr>
        <p:spPr>
          <a:xfrm>
            <a:off x="4449936" y="5946013"/>
            <a:ext cx="146057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Newspaper</a:t>
            </a:r>
            <a:endParaRPr/>
          </a:p>
        </p:txBody>
      </p:sp>
      <p:sp>
        <p:nvSpPr>
          <p:cNvPr id="524" name="Google Shape;524;p22"/>
          <p:cNvSpPr txBox="1"/>
          <p:nvPr/>
        </p:nvSpPr>
        <p:spPr>
          <a:xfrm>
            <a:off x="9942538" y="5946013"/>
            <a:ext cx="1460574"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Events</a:t>
            </a:r>
            <a:endParaRPr/>
          </a:p>
        </p:txBody>
      </p:sp>
      <p:sp>
        <p:nvSpPr>
          <p:cNvPr id="525" name="Google Shape;525;p22"/>
          <p:cNvSpPr txBox="1"/>
          <p:nvPr/>
        </p:nvSpPr>
        <p:spPr>
          <a:xfrm>
            <a:off x="4074104" y="4183929"/>
            <a:ext cx="403852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External communication channels</a:t>
            </a:r>
            <a:endParaRPr sz="1600">
              <a:solidFill>
                <a:schemeClr val="dk1"/>
              </a:solidFill>
              <a:latin typeface="Arial"/>
              <a:ea typeface="Arial"/>
              <a:cs typeface="Arial"/>
              <a:sym typeface="Arial"/>
            </a:endParaRPr>
          </a:p>
        </p:txBody>
      </p:sp>
      <p:pic>
        <p:nvPicPr>
          <p:cNvPr descr="Advertising" id="526" name="Google Shape;526;p22"/>
          <p:cNvPicPr preferRelativeResize="0"/>
          <p:nvPr/>
        </p:nvPicPr>
        <p:blipFill rotWithShape="1">
          <a:blip r:embed="rId8">
            <a:alphaModFix/>
          </a:blip>
          <a:srcRect b="0" l="0" r="0" t="0"/>
          <a:stretch/>
        </p:blipFill>
        <p:spPr>
          <a:xfrm>
            <a:off x="6762882" y="5319972"/>
            <a:ext cx="496418" cy="496420"/>
          </a:xfrm>
          <a:prstGeom prst="rect">
            <a:avLst/>
          </a:prstGeom>
          <a:noFill/>
          <a:ln>
            <a:noFill/>
          </a:ln>
        </p:spPr>
      </p:pic>
      <p:sp>
        <p:nvSpPr>
          <p:cNvPr id="527" name="Google Shape;527;p22"/>
          <p:cNvSpPr txBox="1"/>
          <p:nvPr/>
        </p:nvSpPr>
        <p:spPr>
          <a:xfrm>
            <a:off x="788200"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Forum</a:t>
            </a:r>
            <a:endParaRPr/>
          </a:p>
        </p:txBody>
      </p:sp>
      <p:sp>
        <p:nvSpPr>
          <p:cNvPr id="528" name="Google Shape;528;p22"/>
          <p:cNvSpPr txBox="1"/>
          <p:nvPr/>
        </p:nvSpPr>
        <p:spPr>
          <a:xfrm>
            <a:off x="7498090"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Workshop</a:t>
            </a:r>
            <a:endParaRPr/>
          </a:p>
        </p:txBody>
      </p:sp>
      <p:sp>
        <p:nvSpPr>
          <p:cNvPr id="529" name="Google Shape;529;p22"/>
          <p:cNvSpPr txBox="1"/>
          <p:nvPr/>
        </p:nvSpPr>
        <p:spPr>
          <a:xfrm>
            <a:off x="2130178"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Intranet</a:t>
            </a:r>
            <a:endParaRPr/>
          </a:p>
        </p:txBody>
      </p:sp>
      <p:sp>
        <p:nvSpPr>
          <p:cNvPr id="530" name="Google Shape;530;p22"/>
          <p:cNvSpPr txBox="1"/>
          <p:nvPr/>
        </p:nvSpPr>
        <p:spPr>
          <a:xfrm>
            <a:off x="6156112"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Training</a:t>
            </a:r>
            <a:endParaRPr/>
          </a:p>
        </p:txBody>
      </p:sp>
      <p:sp>
        <p:nvSpPr>
          <p:cNvPr id="531" name="Google Shape;531;p22"/>
          <p:cNvSpPr txBox="1"/>
          <p:nvPr/>
        </p:nvSpPr>
        <p:spPr>
          <a:xfrm>
            <a:off x="3472156"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Email</a:t>
            </a:r>
            <a:endParaRPr/>
          </a:p>
        </p:txBody>
      </p:sp>
      <p:sp>
        <p:nvSpPr>
          <p:cNvPr id="532" name="Google Shape;532;p22"/>
          <p:cNvSpPr txBox="1"/>
          <p:nvPr/>
        </p:nvSpPr>
        <p:spPr>
          <a:xfrm>
            <a:off x="8840068"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Phone</a:t>
            </a:r>
            <a:endParaRPr/>
          </a:p>
        </p:txBody>
      </p:sp>
      <p:sp>
        <p:nvSpPr>
          <p:cNvPr id="533" name="Google Shape;533;p22"/>
          <p:cNvSpPr txBox="1"/>
          <p:nvPr/>
        </p:nvSpPr>
        <p:spPr>
          <a:xfrm>
            <a:off x="4074104" y="1745262"/>
            <a:ext cx="403852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Internal communication channels</a:t>
            </a:r>
            <a:endParaRPr sz="1600">
              <a:solidFill>
                <a:schemeClr val="dk1"/>
              </a:solidFill>
              <a:latin typeface="Arial"/>
              <a:ea typeface="Arial"/>
              <a:cs typeface="Arial"/>
              <a:sym typeface="Arial"/>
            </a:endParaRPr>
          </a:p>
        </p:txBody>
      </p:sp>
      <p:pic>
        <p:nvPicPr>
          <p:cNvPr descr="Boardroom" id="534" name="Google Shape;534;p22"/>
          <p:cNvPicPr preferRelativeResize="0"/>
          <p:nvPr/>
        </p:nvPicPr>
        <p:blipFill rotWithShape="1">
          <a:blip r:embed="rId9">
            <a:alphaModFix/>
          </a:blip>
          <a:srcRect b="0" l="0" r="0" t="0"/>
          <a:stretch/>
        </p:blipFill>
        <p:spPr>
          <a:xfrm>
            <a:off x="10471168" y="2775286"/>
            <a:ext cx="642824" cy="642826"/>
          </a:xfrm>
          <a:prstGeom prst="rect">
            <a:avLst/>
          </a:prstGeom>
          <a:noFill/>
          <a:ln>
            <a:noFill/>
          </a:ln>
        </p:spPr>
      </p:pic>
      <p:pic>
        <p:nvPicPr>
          <p:cNvPr descr="Email" id="535" name="Google Shape;535;p22"/>
          <p:cNvPicPr preferRelativeResize="0"/>
          <p:nvPr/>
        </p:nvPicPr>
        <p:blipFill rotWithShape="1">
          <a:blip r:embed="rId10">
            <a:alphaModFix/>
          </a:blip>
          <a:srcRect b="0" l="0" r="0" t="0"/>
          <a:stretch/>
        </p:blipFill>
        <p:spPr>
          <a:xfrm>
            <a:off x="3847524" y="2943720"/>
            <a:ext cx="470328" cy="470328"/>
          </a:xfrm>
          <a:prstGeom prst="rect">
            <a:avLst/>
          </a:prstGeom>
          <a:noFill/>
          <a:ln>
            <a:noFill/>
          </a:ln>
        </p:spPr>
      </p:pic>
      <p:pic>
        <p:nvPicPr>
          <p:cNvPr descr="Receiver" id="536" name="Google Shape;536;p22"/>
          <p:cNvPicPr preferRelativeResize="0"/>
          <p:nvPr/>
        </p:nvPicPr>
        <p:blipFill rotWithShape="1">
          <a:blip r:embed="rId11">
            <a:alphaModFix/>
          </a:blip>
          <a:srcRect b="0" l="0" r="0" t="0"/>
          <a:stretch/>
        </p:blipFill>
        <p:spPr>
          <a:xfrm>
            <a:off x="9223896" y="2964704"/>
            <a:ext cx="453408" cy="453408"/>
          </a:xfrm>
          <a:prstGeom prst="rect">
            <a:avLst/>
          </a:prstGeom>
          <a:noFill/>
          <a:ln>
            <a:noFill/>
          </a:ln>
        </p:spPr>
      </p:pic>
      <p:pic>
        <p:nvPicPr>
          <p:cNvPr descr="Classroom" id="537" name="Google Shape;537;p22"/>
          <p:cNvPicPr preferRelativeResize="0"/>
          <p:nvPr/>
        </p:nvPicPr>
        <p:blipFill rotWithShape="1">
          <a:blip r:embed="rId12">
            <a:alphaModFix/>
          </a:blip>
          <a:srcRect b="0" l="0" r="0" t="0"/>
          <a:stretch/>
        </p:blipFill>
        <p:spPr>
          <a:xfrm>
            <a:off x="6489731" y="2888146"/>
            <a:ext cx="553828" cy="553830"/>
          </a:xfrm>
          <a:prstGeom prst="rect">
            <a:avLst/>
          </a:prstGeom>
          <a:noFill/>
          <a:ln>
            <a:noFill/>
          </a:ln>
        </p:spPr>
      </p:pic>
      <p:pic>
        <p:nvPicPr>
          <p:cNvPr descr="Browser window" id="538" name="Google Shape;538;p22"/>
          <p:cNvPicPr preferRelativeResize="0"/>
          <p:nvPr/>
        </p:nvPicPr>
        <p:blipFill rotWithShape="1">
          <a:blip r:embed="rId13">
            <a:alphaModFix/>
          </a:blip>
          <a:srcRect b="0" l="0" r="0" t="0"/>
          <a:stretch/>
        </p:blipFill>
        <p:spPr>
          <a:xfrm>
            <a:off x="2505748" y="3000556"/>
            <a:ext cx="469926" cy="469928"/>
          </a:xfrm>
          <a:prstGeom prst="rect">
            <a:avLst/>
          </a:prstGeom>
          <a:noFill/>
          <a:ln>
            <a:noFill/>
          </a:ln>
        </p:spPr>
      </p:pic>
      <p:pic>
        <p:nvPicPr>
          <p:cNvPr descr="Lecturer" id="539" name="Google Shape;539;p22"/>
          <p:cNvPicPr preferRelativeResize="0"/>
          <p:nvPr/>
        </p:nvPicPr>
        <p:blipFill rotWithShape="1">
          <a:blip r:embed="rId14">
            <a:alphaModFix/>
          </a:blip>
          <a:srcRect b="0" l="0" r="0" t="0"/>
          <a:stretch/>
        </p:blipFill>
        <p:spPr>
          <a:xfrm>
            <a:off x="1146063" y="2934545"/>
            <a:ext cx="505340" cy="505342"/>
          </a:xfrm>
          <a:prstGeom prst="rect">
            <a:avLst/>
          </a:prstGeom>
          <a:noFill/>
          <a:ln>
            <a:noFill/>
          </a:ln>
        </p:spPr>
      </p:pic>
      <p:pic>
        <p:nvPicPr>
          <p:cNvPr descr="Tools" id="540" name="Google Shape;540;p22"/>
          <p:cNvPicPr preferRelativeResize="0"/>
          <p:nvPr/>
        </p:nvPicPr>
        <p:blipFill rotWithShape="1">
          <a:blip r:embed="rId15">
            <a:alphaModFix/>
          </a:blip>
          <a:srcRect b="0" l="0" r="0" t="0"/>
          <a:stretch/>
        </p:blipFill>
        <p:spPr>
          <a:xfrm>
            <a:off x="7885776" y="2972419"/>
            <a:ext cx="445693" cy="445693"/>
          </a:xfrm>
          <a:prstGeom prst="rect">
            <a:avLst/>
          </a:prstGeom>
          <a:noFill/>
          <a:ln>
            <a:noFill/>
          </a:ln>
        </p:spPr>
      </p:pic>
      <p:sp>
        <p:nvSpPr>
          <p:cNvPr id="541" name="Google Shape;541;p22"/>
          <p:cNvSpPr txBox="1"/>
          <p:nvPr/>
        </p:nvSpPr>
        <p:spPr>
          <a:xfrm>
            <a:off x="10182047"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Face to face</a:t>
            </a:r>
            <a:endParaRPr/>
          </a:p>
        </p:txBody>
      </p:sp>
      <p:pic>
        <p:nvPicPr>
          <p:cNvPr descr="Open envelope" id="542" name="Google Shape;542;p22"/>
          <p:cNvPicPr preferRelativeResize="0"/>
          <p:nvPr/>
        </p:nvPicPr>
        <p:blipFill rotWithShape="1">
          <a:blip r:embed="rId3">
            <a:alphaModFix/>
          </a:blip>
          <a:srcRect b="0" l="0" r="0" t="0"/>
          <a:stretch/>
        </p:blipFill>
        <p:spPr>
          <a:xfrm>
            <a:off x="5182724" y="2922356"/>
            <a:ext cx="483886" cy="483888"/>
          </a:xfrm>
          <a:prstGeom prst="rect">
            <a:avLst/>
          </a:prstGeom>
          <a:noFill/>
          <a:ln>
            <a:noFill/>
          </a:ln>
        </p:spPr>
      </p:pic>
      <p:sp>
        <p:nvSpPr>
          <p:cNvPr id="543" name="Google Shape;543;p22"/>
          <p:cNvSpPr txBox="1"/>
          <p:nvPr/>
        </p:nvSpPr>
        <p:spPr>
          <a:xfrm>
            <a:off x="4814134" y="3437007"/>
            <a:ext cx="122106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Mail</a:t>
            </a:r>
            <a:endParaRPr/>
          </a:p>
        </p:txBody>
      </p:sp>
      <p:sp>
        <p:nvSpPr>
          <p:cNvPr id="544" name="Google Shape;544;p22"/>
          <p:cNvSpPr/>
          <p:nvPr/>
        </p:nvSpPr>
        <p:spPr>
          <a:xfrm>
            <a:off x="10592424" y="2401706"/>
            <a:ext cx="400310" cy="318945"/>
          </a:xfrm>
          <a:prstGeom prst="down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45" name="Google Shape;545;p22"/>
          <p:cNvSpPr/>
          <p:nvPr/>
        </p:nvSpPr>
        <p:spPr>
          <a:xfrm>
            <a:off x="7908467" y="2401706"/>
            <a:ext cx="400310" cy="318945"/>
          </a:xfrm>
          <a:prstGeom prst="down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46" name="Google Shape;546;p22"/>
          <p:cNvSpPr/>
          <p:nvPr/>
        </p:nvSpPr>
        <p:spPr>
          <a:xfrm>
            <a:off x="1198577" y="2401706"/>
            <a:ext cx="400310" cy="318945"/>
          </a:xfrm>
          <a:prstGeom prst="down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47" name="Google Shape;547;p22"/>
          <p:cNvSpPr/>
          <p:nvPr/>
        </p:nvSpPr>
        <p:spPr>
          <a:xfrm>
            <a:off x="8641804" y="4747586"/>
            <a:ext cx="400310" cy="318945"/>
          </a:xfrm>
          <a:prstGeom prst="down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48" name="Google Shape;548;p22"/>
          <p:cNvSpPr/>
          <p:nvPr/>
        </p:nvSpPr>
        <p:spPr>
          <a:xfrm>
            <a:off x="6810936" y="4747586"/>
            <a:ext cx="400310" cy="318945"/>
          </a:xfrm>
          <a:prstGeom prst="down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49" name="Google Shape;549;p22"/>
          <p:cNvSpPr/>
          <p:nvPr/>
        </p:nvSpPr>
        <p:spPr>
          <a:xfrm>
            <a:off x="3149200" y="4747586"/>
            <a:ext cx="400310" cy="318945"/>
          </a:xfrm>
          <a:prstGeom prst="downArrow">
            <a:avLst>
              <a:gd fmla="val 50000" name="adj1"/>
              <a:gd fmla="val 50000" name="adj2"/>
            </a:avLst>
          </a:prstGeom>
          <a:solidFill>
            <a:schemeClr val="accent6"/>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550" name="Google Shape;550;p22"/>
          <p:cNvSpPr/>
          <p:nvPr/>
        </p:nvSpPr>
        <p:spPr>
          <a:xfrm>
            <a:off x="2980541" y="1139842"/>
            <a:ext cx="4598343" cy="990598"/>
          </a:xfrm>
          <a:prstGeom prst="wedgeRoundRectCallout">
            <a:avLst>
              <a:gd fmla="val -78899" name="adj1"/>
              <a:gd fmla="val 92618"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Simply move the green arrows to highlight the main communication channels that you intend to use.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3"/>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Key Dependencies</a:t>
            </a:r>
            <a:br>
              <a:rPr lang="en-US"/>
            </a:br>
            <a:r>
              <a:rPr b="0" lang="en-US"/>
              <a:t>The following key dependencies will impact the timing of our communications:</a:t>
            </a:r>
            <a:endParaRPr/>
          </a:p>
        </p:txBody>
      </p:sp>
      <p:sp>
        <p:nvSpPr>
          <p:cNvPr id="556" name="Google Shape;556;p2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557" name="Google Shape;557;p23"/>
          <p:cNvSpPr/>
          <p:nvPr/>
        </p:nvSpPr>
        <p:spPr>
          <a:xfrm>
            <a:off x="514113" y="1588445"/>
            <a:ext cx="11073049" cy="157992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1400"/>
              <a:buFont typeface="Arial"/>
              <a:buAutoNum type="arabicPeriod"/>
            </a:pPr>
            <a:r>
              <a:rPr lang="en-US" sz="1400">
                <a:solidFill>
                  <a:schemeClr val="dk1"/>
                </a:solidFill>
                <a:latin typeface="Arial"/>
                <a:ea typeface="Arial"/>
                <a:cs typeface="Arial"/>
                <a:sym typeface="Arial"/>
              </a:rPr>
              <a:t>Insert the dependency and describe in which way it will impact your communications</a:t>
            </a:r>
            <a:endParaRPr/>
          </a:p>
          <a:p>
            <a:pPr indent="-228600" lvl="0" marL="228600" marR="0" rtl="0" algn="l">
              <a:spcBef>
                <a:spcPts val="800"/>
              </a:spcBef>
              <a:spcAft>
                <a:spcPts val="0"/>
              </a:spcAft>
              <a:buClr>
                <a:schemeClr val="dk1"/>
              </a:buClr>
              <a:buSzPts val="1400"/>
              <a:buFont typeface="Arial"/>
              <a:buAutoNum type="arabicPeriod"/>
            </a:pPr>
            <a:r>
              <a:rPr lang="en-US" sz="1400">
                <a:solidFill>
                  <a:schemeClr val="dk1"/>
                </a:solidFill>
                <a:latin typeface="Arial"/>
                <a:ea typeface="Arial"/>
                <a:cs typeface="Arial"/>
                <a:sym typeface="Arial"/>
              </a:rPr>
              <a:t>Insert the dependency and describe in which way it will impact your communications</a:t>
            </a:r>
            <a:endParaRPr/>
          </a:p>
          <a:p>
            <a:pPr indent="-228600" lvl="0" marL="228600" marR="0" rtl="0" algn="l">
              <a:spcBef>
                <a:spcPts val="800"/>
              </a:spcBef>
              <a:spcAft>
                <a:spcPts val="0"/>
              </a:spcAft>
              <a:buClr>
                <a:schemeClr val="dk1"/>
              </a:buClr>
              <a:buSzPts val="1400"/>
              <a:buFont typeface="Arial"/>
              <a:buAutoNum type="arabicPeriod"/>
            </a:pPr>
            <a:r>
              <a:rPr lang="en-US" sz="1400">
                <a:solidFill>
                  <a:schemeClr val="dk1"/>
                </a:solidFill>
                <a:latin typeface="Arial"/>
                <a:ea typeface="Arial"/>
                <a:cs typeface="Arial"/>
                <a:sym typeface="Arial"/>
              </a:rPr>
              <a:t>Insert the dependency and describe in which way it will impact your communications</a:t>
            </a:r>
            <a:endParaRPr/>
          </a:p>
          <a:p>
            <a:pPr indent="-228600" lvl="0" marL="228600" marR="0" rtl="0" algn="l">
              <a:spcBef>
                <a:spcPts val="800"/>
              </a:spcBef>
              <a:spcAft>
                <a:spcPts val="0"/>
              </a:spcAft>
              <a:buClr>
                <a:schemeClr val="dk1"/>
              </a:buClr>
              <a:buSzPts val="1400"/>
              <a:buFont typeface="Arial"/>
              <a:buAutoNum type="arabicPeriod"/>
            </a:pPr>
            <a:r>
              <a:rPr lang="en-US" sz="1400">
                <a:solidFill>
                  <a:schemeClr val="dk1"/>
                </a:solidFill>
                <a:latin typeface="Arial"/>
                <a:ea typeface="Arial"/>
                <a:cs typeface="Arial"/>
                <a:sym typeface="Arial"/>
              </a:rPr>
              <a:t>Insert the dependency and describe in which way it will impact your communications</a:t>
            </a:r>
            <a:endParaRPr/>
          </a:p>
          <a:p>
            <a:pPr indent="-228600" lvl="0" marL="228600" marR="0" rtl="0" algn="l">
              <a:spcBef>
                <a:spcPts val="800"/>
              </a:spcBef>
              <a:spcAft>
                <a:spcPts val="0"/>
              </a:spcAft>
              <a:buClr>
                <a:schemeClr val="dk1"/>
              </a:buClr>
              <a:buSzPts val="1400"/>
              <a:buFont typeface="Arial"/>
              <a:buAutoNum type="arabicPeriod"/>
            </a:pPr>
            <a:r>
              <a:rPr lang="en-US" sz="1400">
                <a:solidFill>
                  <a:schemeClr val="dk1"/>
                </a:solidFill>
                <a:latin typeface="Arial"/>
                <a:ea typeface="Arial"/>
                <a:cs typeface="Arial"/>
                <a:sym typeface="Arial"/>
              </a:rPr>
              <a:t>Insert the dependency and describe in which way it will impact your communications</a:t>
            </a:r>
            <a:endParaRPr/>
          </a:p>
        </p:txBody>
      </p:sp>
      <p:sp>
        <p:nvSpPr>
          <p:cNvPr id="558" name="Google Shape;558;p23"/>
          <p:cNvSpPr/>
          <p:nvPr/>
        </p:nvSpPr>
        <p:spPr>
          <a:xfrm>
            <a:off x="2775857" y="3909941"/>
            <a:ext cx="4598343" cy="990598"/>
          </a:xfrm>
          <a:prstGeom prst="wedgeRoundRectCallout">
            <a:avLst>
              <a:gd fmla="val -61563" name="adj1"/>
              <a:gd fmla="val -11980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For example, the roll out of another project may impact the timing of your communications.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2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Key Communication Risks</a:t>
            </a:r>
            <a:br>
              <a:rPr lang="en-US"/>
            </a:br>
            <a:r>
              <a:rPr b="0" lang="en-US"/>
              <a:t>There are [insert your own number] key risks that we need to consider in our Communication Strategy and Plan</a:t>
            </a:r>
            <a:endParaRPr/>
          </a:p>
        </p:txBody>
      </p:sp>
      <p:sp>
        <p:nvSpPr>
          <p:cNvPr id="564" name="Google Shape;564;p2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565" name="Google Shape;565;p24"/>
          <p:cNvGraphicFramePr/>
          <p:nvPr/>
        </p:nvGraphicFramePr>
        <p:xfrm>
          <a:off x="622555" y="1629744"/>
          <a:ext cx="3000000" cy="3000000"/>
        </p:xfrm>
        <a:graphic>
          <a:graphicData uri="http://schemas.openxmlformats.org/drawingml/2006/table">
            <a:tbl>
              <a:tblPr bandRow="1" firstRow="1">
                <a:noFill/>
                <a:tableStyleId>{0298C36D-81E1-4FC0-B835-31EE851D6855}</a:tableStyleId>
              </a:tblPr>
              <a:tblGrid>
                <a:gridCol w="433350"/>
                <a:gridCol w="3074100"/>
                <a:gridCol w="4317300"/>
                <a:gridCol w="3139850"/>
              </a:tblGrid>
              <a:tr h="295075">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Risk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Risk Description</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Mitigation</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88675">
                <a:tc>
                  <a:txBody>
                    <a:bodyPr/>
                    <a:lstStyle/>
                    <a:p>
                      <a:pPr indent="0" lvl="0" marL="0" marR="0" rtl="0" algn="l">
                        <a:spcBef>
                          <a:spcPts val="0"/>
                        </a:spcBef>
                        <a:spcAft>
                          <a:spcPts val="0"/>
                        </a:spcAft>
                        <a:buNone/>
                      </a:pPr>
                      <a:r>
                        <a:rPr b="1" lang="en-US" sz="1200">
                          <a:solidFill>
                            <a:schemeClr val="dk1"/>
                          </a:solidFil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100"/>
                        <a:buFont typeface="Arial"/>
                        <a:buNone/>
                      </a:pPr>
                      <a:r>
                        <a:rPr lang="en-US" sz="1100">
                          <a:solidFill>
                            <a:schemeClr val="dk1"/>
                          </a:solidFill>
                        </a:rPr>
                        <a:t>Insert the description of the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Describe how you will mitigate this risk</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r h="888675">
                <a:tc>
                  <a:txBody>
                    <a:bodyPr/>
                    <a:lstStyle/>
                    <a:p>
                      <a:pPr indent="0" lvl="0" marL="0" marR="0" rtl="0" algn="l">
                        <a:spcBef>
                          <a:spcPts val="0"/>
                        </a:spcBef>
                        <a:spcAft>
                          <a:spcPts val="0"/>
                        </a:spcAft>
                        <a:buNone/>
                      </a:pPr>
                      <a:r>
                        <a:rPr b="1" lang="en-US" sz="1200">
                          <a:solidFill>
                            <a:schemeClr val="dk1"/>
                          </a:solidFil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the description of the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Describe how you will mitigate this risk</a:t>
                      </a:r>
                      <a:endParaRPr b="0" i="0" sz="1100" u="none" cap="none" strike="noStrike">
                        <a:solidFill>
                          <a:schemeClr val="dk1"/>
                        </a:solidFill>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88675">
                <a:tc>
                  <a:txBody>
                    <a:bodyPr/>
                    <a:lstStyle/>
                    <a:p>
                      <a:pPr indent="0" lvl="0" marL="0" marR="0" rtl="0" algn="l">
                        <a:spcBef>
                          <a:spcPts val="0"/>
                        </a:spcBef>
                        <a:spcAft>
                          <a:spcPts val="0"/>
                        </a:spcAft>
                        <a:buNone/>
                      </a:pPr>
                      <a:r>
                        <a:rPr b="1" lang="en-US" sz="1200">
                          <a:solidFill>
                            <a:schemeClr val="dk1"/>
                          </a:solidFil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risk</a:t>
                      </a:r>
                      <a:endParaRPr b="1" i="0" sz="1200" u="none" cap="none" strike="noStrike">
                        <a:solidFill>
                          <a:schemeClr val="dk1"/>
                        </a:solidFill>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the description of the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Describe how you will mitigate this risk</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88675">
                <a:tc>
                  <a:txBody>
                    <a:bodyPr/>
                    <a:lstStyle/>
                    <a:p>
                      <a:pPr indent="0" lvl="0" marL="0" marR="0" rtl="0" algn="l">
                        <a:spcBef>
                          <a:spcPts val="0"/>
                        </a:spcBef>
                        <a:spcAft>
                          <a:spcPts val="0"/>
                        </a:spcAft>
                        <a:buNone/>
                      </a:pPr>
                      <a:r>
                        <a:rPr b="1" lang="en-US" sz="1200">
                          <a:solidFill>
                            <a:schemeClr val="dk1"/>
                          </a:solidFil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risk</a:t>
                      </a:r>
                      <a:endParaRPr b="1" i="0" sz="1200" u="none" cap="none" strike="noStrike">
                        <a:solidFill>
                          <a:schemeClr val="dk1"/>
                        </a:solidFill>
                        <a:latin typeface="Arial"/>
                        <a:ea typeface="Arial"/>
                        <a:cs typeface="Arial"/>
                        <a:sym typeface="Arial"/>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the description of the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Describe how you will mitigate this risk</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88675">
                <a:tc>
                  <a:txBody>
                    <a:bodyPr/>
                    <a:lstStyle/>
                    <a:p>
                      <a:pPr indent="0" lvl="0" marL="0" marR="0" rtl="0" algn="l">
                        <a:spcBef>
                          <a:spcPts val="0"/>
                        </a:spcBef>
                        <a:spcAft>
                          <a:spcPts val="0"/>
                        </a:spcAft>
                        <a:buNone/>
                      </a:pPr>
                      <a:r>
                        <a:rPr b="1" lang="en-US" sz="1200">
                          <a:solidFill>
                            <a:schemeClr val="dk1"/>
                          </a:solidFil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the description of the risk</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Describe how you will mitigate this risk</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66" name="Google Shape;566;p24"/>
          <p:cNvSpPr/>
          <p:nvPr/>
        </p:nvSpPr>
        <p:spPr>
          <a:xfrm>
            <a:off x="2667000" y="3352800"/>
            <a:ext cx="4598343" cy="990598"/>
          </a:xfrm>
          <a:prstGeom prst="wedgeRoundRectCallout">
            <a:avLst>
              <a:gd fmla="val -61563" name="adj1"/>
              <a:gd fmla="val -11980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Examples of a risk: The stakeholder group 1 may resist the change mentioned in the communication.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5"/>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572" name="Google Shape;572;p25"/>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b="1"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b="1"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b="1"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Exhibits</a:t>
            </a:r>
            <a:endParaRPr/>
          </a:p>
        </p:txBody>
      </p:sp>
      <p:sp>
        <p:nvSpPr>
          <p:cNvPr id="573" name="Google Shape;573;p25"/>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574" name="Google Shape;574;p25"/>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575" name="Google Shape;575;p2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6"/>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High-Level Communication Plan for [Insert stakeholder group #1 name]</a:t>
            </a:r>
            <a:br>
              <a:rPr lang="en-US"/>
            </a:br>
            <a:r>
              <a:rPr b="0" lang="en-US"/>
              <a:t>Person responsible for the execution of this plan: [insert name]</a:t>
            </a:r>
            <a:endParaRPr/>
          </a:p>
        </p:txBody>
      </p:sp>
      <p:sp>
        <p:nvSpPr>
          <p:cNvPr id="581" name="Google Shape;581;p2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582" name="Google Shape;582;p26"/>
          <p:cNvGraphicFramePr/>
          <p:nvPr/>
        </p:nvGraphicFramePr>
        <p:xfrm>
          <a:off x="618019" y="1665515"/>
          <a:ext cx="3000000" cy="3000000"/>
        </p:xfrm>
        <a:graphic>
          <a:graphicData uri="http://schemas.openxmlformats.org/drawingml/2006/table">
            <a:tbl>
              <a:tblPr bandRow="1" firstRow="1">
                <a:noFill/>
                <a:tableStyleId>{0298C36D-81E1-4FC0-B835-31EE851D6855}</a:tableStyleId>
              </a:tblPr>
              <a:tblGrid>
                <a:gridCol w="503175"/>
                <a:gridCol w="3421575"/>
                <a:gridCol w="3220300"/>
                <a:gridCol w="1630275"/>
                <a:gridCol w="2193825"/>
              </a:tblGrid>
              <a:tr h="33290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Message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Communication Channel</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Deadline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Sender/Presenter</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83" name="Google Shape;583;p26"/>
          <p:cNvSpPr/>
          <p:nvPr/>
        </p:nvSpPr>
        <p:spPr>
          <a:xfrm>
            <a:off x="4582852" y="3744686"/>
            <a:ext cx="4598343" cy="990598"/>
          </a:xfrm>
          <a:prstGeom prst="wedgeRoundRectCallout">
            <a:avLst>
              <a:gd fmla="val 13390" name="adj1"/>
              <a:gd fmla="val -33815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We recommend to only provide information about your top 3 stakeholder groups. However, you can be more prolix in the detailed communication plan in Excel</a:t>
            </a:r>
            <a:endParaRPr b="1" sz="1050">
              <a:solidFill>
                <a:srgbClr val="0C287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2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High-Level Communication Plan for [Insert stakeholder group #2 name]</a:t>
            </a:r>
            <a:br>
              <a:rPr lang="en-US"/>
            </a:br>
            <a:r>
              <a:rPr b="0" lang="en-US"/>
              <a:t>Person responsible for the execution of this plan: [insert name]</a:t>
            </a:r>
            <a:endParaRPr/>
          </a:p>
        </p:txBody>
      </p:sp>
      <p:sp>
        <p:nvSpPr>
          <p:cNvPr id="589" name="Google Shape;589;p2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590" name="Google Shape;590;p27"/>
          <p:cNvGraphicFramePr/>
          <p:nvPr/>
        </p:nvGraphicFramePr>
        <p:xfrm>
          <a:off x="618019" y="1665515"/>
          <a:ext cx="3000000" cy="3000000"/>
        </p:xfrm>
        <a:graphic>
          <a:graphicData uri="http://schemas.openxmlformats.org/drawingml/2006/table">
            <a:tbl>
              <a:tblPr bandRow="1" firstRow="1">
                <a:noFill/>
                <a:tableStyleId>{0298C36D-81E1-4FC0-B835-31EE851D6855}</a:tableStyleId>
              </a:tblPr>
              <a:tblGrid>
                <a:gridCol w="503175"/>
                <a:gridCol w="3421575"/>
                <a:gridCol w="3220300"/>
                <a:gridCol w="1630275"/>
                <a:gridCol w="2193825"/>
              </a:tblGrid>
              <a:tr h="33290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Message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Communication Channel</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Deadline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Sender/Presenter</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28"/>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High-Level Communication Plan for [Insert stakeholder group #3 name]</a:t>
            </a:r>
            <a:br>
              <a:rPr lang="en-US"/>
            </a:br>
            <a:r>
              <a:rPr b="0" lang="en-US"/>
              <a:t>Person responsible for the execution of this plan: [insert name]</a:t>
            </a:r>
            <a:endParaRPr/>
          </a:p>
        </p:txBody>
      </p:sp>
      <p:sp>
        <p:nvSpPr>
          <p:cNvPr id="596" name="Google Shape;596;p2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597" name="Google Shape;597;p28"/>
          <p:cNvGraphicFramePr/>
          <p:nvPr/>
        </p:nvGraphicFramePr>
        <p:xfrm>
          <a:off x="618019" y="1665515"/>
          <a:ext cx="3000000" cy="3000000"/>
        </p:xfrm>
        <a:graphic>
          <a:graphicData uri="http://schemas.openxmlformats.org/drawingml/2006/table">
            <a:tbl>
              <a:tblPr bandRow="1" firstRow="1">
                <a:noFill/>
                <a:tableStyleId>{0298C36D-81E1-4FC0-B835-31EE851D6855}</a:tableStyleId>
              </a:tblPr>
              <a:tblGrid>
                <a:gridCol w="503175"/>
                <a:gridCol w="3421575"/>
                <a:gridCol w="3220300"/>
                <a:gridCol w="1630275"/>
                <a:gridCol w="2193825"/>
              </a:tblGrid>
              <a:tr h="33290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Message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Communication Channel</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Deadline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200"/>
                        <a:t>Sender/Presenter</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8652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98" name="Google Shape;598;p28"/>
          <p:cNvSpPr/>
          <p:nvPr/>
        </p:nvSpPr>
        <p:spPr>
          <a:xfrm>
            <a:off x="5040086" y="3755571"/>
            <a:ext cx="4598343" cy="990598"/>
          </a:xfrm>
          <a:prstGeom prst="wedgeRoundRectCallout">
            <a:avLst>
              <a:gd fmla="val 13390" name="adj1"/>
              <a:gd fmla="val -33815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If you have only 3 stakeholder groups, simply delete this slide</a:t>
            </a:r>
            <a:endParaRPr b="1" sz="1050">
              <a:solidFill>
                <a:srgbClr val="0C287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29"/>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604" name="Google Shape;604;p29"/>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b="1"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Exhibits</a:t>
            </a:r>
            <a:endParaRPr/>
          </a:p>
        </p:txBody>
      </p:sp>
      <p:sp>
        <p:nvSpPr>
          <p:cNvPr id="605" name="Google Shape;605;p29"/>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606" name="Google Shape;606;p29"/>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607" name="Google Shape;607;p2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3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Detailed Communication Plan</a:t>
            </a:r>
            <a:br>
              <a:rPr lang="en-US"/>
            </a:br>
            <a:r>
              <a:rPr b="0" lang="en-US"/>
              <a:t>To see a more detailed communication plan, open the Excel sheet called “Detailed Communication Plan”</a:t>
            </a:r>
            <a:endParaRPr/>
          </a:p>
        </p:txBody>
      </p:sp>
      <p:sp>
        <p:nvSpPr>
          <p:cNvPr id="613" name="Google Shape;613;p3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614" name="Google Shape;614;p30"/>
          <p:cNvPicPr preferRelativeResize="0"/>
          <p:nvPr/>
        </p:nvPicPr>
        <p:blipFill rotWithShape="1">
          <a:blip r:embed="rId3">
            <a:alphaModFix/>
          </a:blip>
          <a:srcRect b="0" l="0" r="0" t="0"/>
          <a:stretch/>
        </p:blipFill>
        <p:spPr>
          <a:xfrm>
            <a:off x="5681663" y="1688726"/>
            <a:ext cx="828675" cy="813608"/>
          </a:xfrm>
          <a:prstGeom prst="rect">
            <a:avLst/>
          </a:prstGeom>
          <a:noFill/>
          <a:ln>
            <a:noFill/>
          </a:ln>
        </p:spPr>
      </p:pic>
      <p:pic>
        <p:nvPicPr>
          <p:cNvPr id="615" name="Google Shape;615;p30"/>
          <p:cNvPicPr preferRelativeResize="0"/>
          <p:nvPr/>
        </p:nvPicPr>
        <p:blipFill rotWithShape="1">
          <a:blip r:embed="rId4">
            <a:alphaModFix/>
          </a:blip>
          <a:srcRect b="0" l="0" r="0" t="0"/>
          <a:stretch/>
        </p:blipFill>
        <p:spPr>
          <a:xfrm>
            <a:off x="620486" y="2734616"/>
            <a:ext cx="10951028" cy="3487220"/>
          </a:xfrm>
          <a:prstGeom prst="rect">
            <a:avLst/>
          </a:prstGeom>
          <a:noFill/>
          <a:ln>
            <a:noFill/>
          </a:ln>
          <a:effectLst>
            <a:outerShdw blurRad="292100" rotWithShape="0" algn="tl" dir="2700000" dist="139700">
              <a:srgbClr val="333333">
                <a:alpha val="64705"/>
              </a:srgbClr>
            </a:outerShdw>
          </a:effectLst>
        </p:spPr>
      </p:pic>
      <p:sp>
        <p:nvSpPr>
          <p:cNvPr id="616" name="Google Shape;616;p30"/>
          <p:cNvSpPr/>
          <p:nvPr/>
        </p:nvSpPr>
        <p:spPr>
          <a:xfrm>
            <a:off x="3548743" y="3647787"/>
            <a:ext cx="4598343" cy="990598"/>
          </a:xfrm>
          <a:prstGeom prst="wedgeRoundRectCallout">
            <a:avLst>
              <a:gd fmla="val 4722" name="adj1"/>
              <a:gd fmla="val -12336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The best practice is usually to have your high-level communication plan in a Powerpoint format and your detailed communication plan in an Excel format</a:t>
            </a:r>
            <a:endParaRPr b="1" sz="1050">
              <a:solidFill>
                <a:srgbClr val="0C287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31"/>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622" name="Google Shape;622;p31"/>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b="1"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Exhibits</a:t>
            </a:r>
            <a:endParaRPr/>
          </a:p>
        </p:txBody>
      </p:sp>
      <p:sp>
        <p:nvSpPr>
          <p:cNvPr id="623" name="Google Shape;623;p31"/>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624" name="Google Shape;624;p31"/>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625" name="Google Shape;625;p3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High-Level Communication Plan for [Insert stakeholder group #1 name]</a:t>
            </a:r>
            <a:br>
              <a:rPr lang="en-US"/>
            </a:br>
            <a:r>
              <a:rPr b="0" lang="en-US"/>
              <a:t>Person responsible for the execution of this plan: [insert name]</a:t>
            </a:r>
            <a:br>
              <a:rPr b="0" lang="en-US"/>
            </a:br>
            <a:r>
              <a:rPr b="0" lang="en-US"/>
              <a:t>Overall Status: </a:t>
            </a:r>
            <a:endParaRPr/>
          </a:p>
        </p:txBody>
      </p:sp>
      <p:sp>
        <p:nvSpPr>
          <p:cNvPr id="631" name="Google Shape;631;p3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32" name="Google Shape;632;p32"/>
          <p:cNvSpPr/>
          <p:nvPr/>
        </p:nvSpPr>
        <p:spPr>
          <a:xfrm>
            <a:off x="2665161" y="1121066"/>
            <a:ext cx="261420" cy="261420"/>
          </a:xfrm>
          <a:prstGeom prst="rect">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graphicFrame>
        <p:nvGraphicFramePr>
          <p:cNvPr id="633" name="Google Shape;633;p32"/>
          <p:cNvGraphicFramePr/>
          <p:nvPr/>
        </p:nvGraphicFramePr>
        <p:xfrm>
          <a:off x="619557" y="1599327"/>
          <a:ext cx="3000000" cy="3000000"/>
        </p:xfrm>
        <a:graphic>
          <a:graphicData uri="http://schemas.openxmlformats.org/drawingml/2006/table">
            <a:tbl>
              <a:tblPr bandRow="1" firstRow="1">
                <a:noFill/>
                <a:tableStyleId>{0298C36D-81E1-4FC0-B835-31EE851D6855}</a:tableStyleId>
              </a:tblPr>
              <a:tblGrid>
                <a:gridCol w="425475"/>
                <a:gridCol w="2845075"/>
                <a:gridCol w="3197950"/>
                <a:gridCol w="1598975"/>
                <a:gridCol w="1998725"/>
                <a:gridCol w="901450"/>
              </a:tblGrid>
              <a:tr h="28445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Message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Communication Channel</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Deadline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Sender/Presenter</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Status</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C00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000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rgbClr val="FFC000"/>
                    </a:solidFill>
                  </a:tcPr>
                </a:tc>
              </a:tr>
            </a:tbl>
          </a:graphicData>
        </a:graphic>
      </p:graphicFrame>
      <p:grpSp>
        <p:nvGrpSpPr>
          <p:cNvPr id="634" name="Google Shape;634;p32"/>
          <p:cNvGrpSpPr/>
          <p:nvPr/>
        </p:nvGrpSpPr>
        <p:grpSpPr>
          <a:xfrm>
            <a:off x="5681001" y="6316324"/>
            <a:ext cx="616783" cy="137160"/>
            <a:chOff x="5202328" y="6294552"/>
            <a:chExt cx="616783" cy="137160"/>
          </a:xfrm>
        </p:grpSpPr>
        <p:sp>
          <p:nvSpPr>
            <p:cNvPr id="635" name="Google Shape;635;p32"/>
            <p:cNvSpPr/>
            <p:nvPr/>
          </p:nvSpPr>
          <p:spPr>
            <a:xfrm>
              <a:off x="5400727" y="6301577"/>
              <a:ext cx="418384"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On track</a:t>
              </a:r>
              <a:endParaRPr/>
            </a:p>
          </p:txBody>
        </p:sp>
        <p:sp>
          <p:nvSpPr>
            <p:cNvPr id="636" name="Google Shape;636;p32"/>
            <p:cNvSpPr/>
            <p:nvPr/>
          </p:nvSpPr>
          <p:spPr>
            <a:xfrm>
              <a:off x="5202328" y="6294552"/>
              <a:ext cx="137160" cy="137160"/>
            </a:xfrm>
            <a:prstGeom prst="rect">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grpSp>
      <p:grpSp>
        <p:nvGrpSpPr>
          <p:cNvPr id="637" name="Google Shape;637;p32"/>
          <p:cNvGrpSpPr/>
          <p:nvPr/>
        </p:nvGrpSpPr>
        <p:grpSpPr>
          <a:xfrm>
            <a:off x="6781639" y="6316324"/>
            <a:ext cx="466309" cy="137160"/>
            <a:chOff x="6256398" y="6294552"/>
            <a:chExt cx="466309" cy="137160"/>
          </a:xfrm>
        </p:grpSpPr>
        <p:sp>
          <p:nvSpPr>
            <p:cNvPr id="638" name="Google Shape;638;p32"/>
            <p:cNvSpPr/>
            <p:nvPr/>
          </p:nvSpPr>
          <p:spPr>
            <a:xfrm>
              <a:off x="6466227" y="6301577"/>
              <a:ext cx="256480"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Done</a:t>
              </a:r>
              <a:endParaRPr/>
            </a:p>
          </p:txBody>
        </p:sp>
        <p:sp>
          <p:nvSpPr>
            <p:cNvPr id="639" name="Google Shape;639;p32"/>
            <p:cNvSpPr/>
            <p:nvPr/>
          </p:nvSpPr>
          <p:spPr>
            <a:xfrm>
              <a:off x="6256398" y="6294552"/>
              <a:ext cx="137160" cy="137160"/>
            </a:xfrm>
            <a:prstGeom prst="rect">
              <a:avLst/>
            </a:prstGeom>
            <a:solidFill>
              <a:srgbClr val="00B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grpSp>
      <p:grpSp>
        <p:nvGrpSpPr>
          <p:cNvPr id="640" name="Google Shape;640;p32"/>
          <p:cNvGrpSpPr/>
          <p:nvPr/>
        </p:nvGrpSpPr>
        <p:grpSpPr>
          <a:xfrm>
            <a:off x="4580363" y="6316324"/>
            <a:ext cx="409996" cy="137160"/>
            <a:chOff x="4287927" y="6294552"/>
            <a:chExt cx="409996" cy="137160"/>
          </a:xfrm>
        </p:grpSpPr>
        <p:sp>
          <p:nvSpPr>
            <p:cNvPr id="641" name="Google Shape;641;p32"/>
            <p:cNvSpPr/>
            <p:nvPr/>
          </p:nvSpPr>
          <p:spPr>
            <a:xfrm>
              <a:off x="4287927" y="6294552"/>
              <a:ext cx="137160" cy="137160"/>
            </a:xfrm>
            <a:prstGeom prst="rect">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642" name="Google Shape;642;p32"/>
            <p:cNvSpPr/>
            <p:nvPr/>
          </p:nvSpPr>
          <p:spPr>
            <a:xfrm>
              <a:off x="4486327" y="6301577"/>
              <a:ext cx="211596"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Late</a:t>
              </a:r>
              <a:endParaRPr/>
            </a:p>
          </p:txBody>
        </p:sp>
      </p:grpSp>
      <p:sp>
        <p:nvSpPr>
          <p:cNvPr id="643" name="Google Shape;643;p32"/>
          <p:cNvSpPr/>
          <p:nvPr/>
        </p:nvSpPr>
        <p:spPr>
          <a:xfrm>
            <a:off x="3287486" y="3985244"/>
            <a:ext cx="4598343" cy="990598"/>
          </a:xfrm>
          <a:prstGeom prst="wedgeRoundRectCallout">
            <a:avLst>
              <a:gd fmla="val 4722" name="adj1"/>
              <a:gd fmla="val -12336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If someone needs to deep dive into each message, he can refer to the detailed communication plan in Excel</a:t>
            </a:r>
            <a:endParaRPr b="1" sz="1050">
              <a:solidFill>
                <a:srgbClr val="0C287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3"/>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High-Level Communication Plan for [Insert stakeholder group #2 name]</a:t>
            </a:r>
            <a:br>
              <a:rPr lang="en-US"/>
            </a:br>
            <a:r>
              <a:rPr b="0" lang="en-US"/>
              <a:t>Person responsible for the execution of this plan: [insert name]</a:t>
            </a:r>
            <a:br>
              <a:rPr b="0" lang="en-US"/>
            </a:br>
            <a:r>
              <a:rPr b="0" lang="en-US"/>
              <a:t>Overall Status: </a:t>
            </a:r>
            <a:endParaRPr/>
          </a:p>
        </p:txBody>
      </p:sp>
      <p:sp>
        <p:nvSpPr>
          <p:cNvPr id="649" name="Google Shape;649;p3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50" name="Google Shape;650;p33"/>
          <p:cNvSpPr/>
          <p:nvPr/>
        </p:nvSpPr>
        <p:spPr>
          <a:xfrm>
            <a:off x="2665161" y="1121066"/>
            <a:ext cx="261420" cy="261420"/>
          </a:xfrm>
          <a:prstGeom prst="rect">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graphicFrame>
        <p:nvGraphicFramePr>
          <p:cNvPr id="651" name="Google Shape;651;p33"/>
          <p:cNvGraphicFramePr/>
          <p:nvPr/>
        </p:nvGraphicFramePr>
        <p:xfrm>
          <a:off x="619557" y="1599327"/>
          <a:ext cx="3000000" cy="3000000"/>
        </p:xfrm>
        <a:graphic>
          <a:graphicData uri="http://schemas.openxmlformats.org/drawingml/2006/table">
            <a:tbl>
              <a:tblPr bandRow="1" firstRow="1">
                <a:noFill/>
                <a:tableStyleId>{0298C36D-81E1-4FC0-B835-31EE851D6855}</a:tableStyleId>
              </a:tblPr>
              <a:tblGrid>
                <a:gridCol w="425475"/>
                <a:gridCol w="2845075"/>
                <a:gridCol w="3197950"/>
                <a:gridCol w="1598975"/>
                <a:gridCol w="1998725"/>
                <a:gridCol w="901450"/>
              </a:tblGrid>
              <a:tr h="28445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Message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Communication Channel</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Deadline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Sender/Presenter</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Status</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C00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000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rgbClr val="FFC000"/>
                    </a:solidFill>
                  </a:tcPr>
                </a:tc>
              </a:tr>
            </a:tbl>
          </a:graphicData>
        </a:graphic>
      </p:graphicFrame>
      <p:grpSp>
        <p:nvGrpSpPr>
          <p:cNvPr id="652" name="Google Shape;652;p33"/>
          <p:cNvGrpSpPr/>
          <p:nvPr/>
        </p:nvGrpSpPr>
        <p:grpSpPr>
          <a:xfrm>
            <a:off x="5681001" y="6316324"/>
            <a:ext cx="616783" cy="137160"/>
            <a:chOff x="5202328" y="6294552"/>
            <a:chExt cx="616783" cy="137160"/>
          </a:xfrm>
        </p:grpSpPr>
        <p:sp>
          <p:nvSpPr>
            <p:cNvPr id="653" name="Google Shape;653;p33"/>
            <p:cNvSpPr/>
            <p:nvPr/>
          </p:nvSpPr>
          <p:spPr>
            <a:xfrm>
              <a:off x="5400727" y="6301577"/>
              <a:ext cx="418384"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On track</a:t>
              </a:r>
              <a:endParaRPr/>
            </a:p>
          </p:txBody>
        </p:sp>
        <p:sp>
          <p:nvSpPr>
            <p:cNvPr id="654" name="Google Shape;654;p33"/>
            <p:cNvSpPr/>
            <p:nvPr/>
          </p:nvSpPr>
          <p:spPr>
            <a:xfrm>
              <a:off x="5202328" y="6294552"/>
              <a:ext cx="137160" cy="137160"/>
            </a:xfrm>
            <a:prstGeom prst="rect">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grpSp>
      <p:grpSp>
        <p:nvGrpSpPr>
          <p:cNvPr id="655" name="Google Shape;655;p33"/>
          <p:cNvGrpSpPr/>
          <p:nvPr/>
        </p:nvGrpSpPr>
        <p:grpSpPr>
          <a:xfrm>
            <a:off x="6781639" y="6316324"/>
            <a:ext cx="466309" cy="137160"/>
            <a:chOff x="6256398" y="6294552"/>
            <a:chExt cx="466309" cy="137160"/>
          </a:xfrm>
        </p:grpSpPr>
        <p:sp>
          <p:nvSpPr>
            <p:cNvPr id="656" name="Google Shape;656;p33"/>
            <p:cNvSpPr/>
            <p:nvPr/>
          </p:nvSpPr>
          <p:spPr>
            <a:xfrm>
              <a:off x="6466227" y="6301577"/>
              <a:ext cx="256480"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Done</a:t>
              </a:r>
              <a:endParaRPr/>
            </a:p>
          </p:txBody>
        </p:sp>
        <p:sp>
          <p:nvSpPr>
            <p:cNvPr id="657" name="Google Shape;657;p33"/>
            <p:cNvSpPr/>
            <p:nvPr/>
          </p:nvSpPr>
          <p:spPr>
            <a:xfrm>
              <a:off x="6256398" y="6294552"/>
              <a:ext cx="137160" cy="137160"/>
            </a:xfrm>
            <a:prstGeom prst="rect">
              <a:avLst/>
            </a:prstGeom>
            <a:solidFill>
              <a:srgbClr val="00B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grpSp>
      <p:grpSp>
        <p:nvGrpSpPr>
          <p:cNvPr id="658" name="Google Shape;658;p33"/>
          <p:cNvGrpSpPr/>
          <p:nvPr/>
        </p:nvGrpSpPr>
        <p:grpSpPr>
          <a:xfrm>
            <a:off x="4580363" y="6316324"/>
            <a:ext cx="409996" cy="137160"/>
            <a:chOff x="4287927" y="6294552"/>
            <a:chExt cx="409996" cy="137160"/>
          </a:xfrm>
        </p:grpSpPr>
        <p:sp>
          <p:nvSpPr>
            <p:cNvPr id="659" name="Google Shape;659;p33"/>
            <p:cNvSpPr/>
            <p:nvPr/>
          </p:nvSpPr>
          <p:spPr>
            <a:xfrm>
              <a:off x="4287927" y="6294552"/>
              <a:ext cx="137160" cy="137160"/>
            </a:xfrm>
            <a:prstGeom prst="rect">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660" name="Google Shape;660;p33"/>
            <p:cNvSpPr/>
            <p:nvPr/>
          </p:nvSpPr>
          <p:spPr>
            <a:xfrm>
              <a:off x="4486327" y="6301577"/>
              <a:ext cx="211596"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Late</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3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High-Level Communication Plan for [Insert stakeholder group #3 name]</a:t>
            </a:r>
            <a:br>
              <a:rPr lang="en-US"/>
            </a:br>
            <a:r>
              <a:rPr b="0" lang="en-US"/>
              <a:t>Person responsible for the execution of this plan: [insert name]</a:t>
            </a:r>
            <a:br>
              <a:rPr b="0" lang="en-US"/>
            </a:br>
            <a:r>
              <a:rPr b="0" lang="en-US"/>
              <a:t>Overall Status: </a:t>
            </a:r>
            <a:endParaRPr/>
          </a:p>
        </p:txBody>
      </p:sp>
      <p:sp>
        <p:nvSpPr>
          <p:cNvPr id="666" name="Google Shape;666;p3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67" name="Google Shape;667;p34"/>
          <p:cNvSpPr/>
          <p:nvPr/>
        </p:nvSpPr>
        <p:spPr>
          <a:xfrm>
            <a:off x="2665161" y="1121066"/>
            <a:ext cx="261420" cy="261420"/>
          </a:xfrm>
          <a:prstGeom prst="rect">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graphicFrame>
        <p:nvGraphicFramePr>
          <p:cNvPr id="668" name="Google Shape;668;p34"/>
          <p:cNvGraphicFramePr/>
          <p:nvPr/>
        </p:nvGraphicFramePr>
        <p:xfrm>
          <a:off x="619557" y="1599327"/>
          <a:ext cx="3000000" cy="3000000"/>
        </p:xfrm>
        <a:graphic>
          <a:graphicData uri="http://schemas.openxmlformats.org/drawingml/2006/table">
            <a:tbl>
              <a:tblPr bandRow="1" firstRow="1">
                <a:noFill/>
                <a:tableStyleId>{0298C36D-81E1-4FC0-B835-31EE851D6855}</a:tableStyleId>
              </a:tblPr>
              <a:tblGrid>
                <a:gridCol w="425475"/>
                <a:gridCol w="2845075"/>
                <a:gridCol w="3197950"/>
                <a:gridCol w="1598975"/>
                <a:gridCol w="1998725"/>
                <a:gridCol w="901450"/>
              </a:tblGrid>
              <a:tr h="284450">
                <a:tc>
                  <a:txBody>
                    <a:bodyPr/>
                    <a:lstStyle/>
                    <a:p>
                      <a:pPr indent="0" lvl="0" marL="0" marR="0" rtl="0" algn="l">
                        <a:spcBef>
                          <a:spcPts val="0"/>
                        </a:spcBef>
                        <a:spcAft>
                          <a:spcPts val="0"/>
                        </a:spcAft>
                        <a:buNone/>
                      </a:pPr>
                      <a:r>
                        <a:rPr lang="en-US" sz="1200"/>
                        <a:t>#</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Message Title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Communication Channel</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Deadline</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Sender/Presenter</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200"/>
                        <a:t>Status</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1.</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2.</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C00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3.</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000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4.</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B050"/>
                    </a:solidFill>
                  </a:tcPr>
                </a:tc>
              </a:tr>
              <a:tr h="851150">
                <a:tc>
                  <a:txBody>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5.</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Insert the title of your message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109538" lvl="0" marL="109538"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p>
                      <a:pPr indent="-109538" lvl="0" marL="109538" marR="0" rtl="0" algn="l">
                        <a:lnSpc>
                          <a:spcPct val="100000"/>
                        </a:lnSpc>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Insert communication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date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b="0" i="1" lang="en-US" sz="1100" u="none" cap="none" strike="noStrike">
                          <a:solidFill>
                            <a:schemeClr val="dk1"/>
                          </a:solidFill>
                          <a:latin typeface="Arial"/>
                          <a:ea typeface="Arial"/>
                          <a:cs typeface="Arial"/>
                          <a:sym typeface="Arial"/>
                        </a:rPr>
                        <a:t>Insert name</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t/>
                      </a:r>
                      <a:endParaRPr b="1" i="0" sz="1100" u="none" cap="none" strike="noStrike">
                        <a:solidFill>
                          <a:schemeClr val="lt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rgbClr val="FFC000"/>
                    </a:solidFill>
                  </a:tcPr>
                </a:tc>
              </a:tr>
            </a:tbl>
          </a:graphicData>
        </a:graphic>
      </p:graphicFrame>
      <p:grpSp>
        <p:nvGrpSpPr>
          <p:cNvPr id="669" name="Google Shape;669;p34"/>
          <p:cNvGrpSpPr/>
          <p:nvPr/>
        </p:nvGrpSpPr>
        <p:grpSpPr>
          <a:xfrm>
            <a:off x="5681001" y="6316324"/>
            <a:ext cx="616783" cy="137160"/>
            <a:chOff x="5202328" y="6294552"/>
            <a:chExt cx="616783" cy="137160"/>
          </a:xfrm>
        </p:grpSpPr>
        <p:sp>
          <p:nvSpPr>
            <p:cNvPr id="670" name="Google Shape;670;p34"/>
            <p:cNvSpPr/>
            <p:nvPr/>
          </p:nvSpPr>
          <p:spPr>
            <a:xfrm>
              <a:off x="5400727" y="6301577"/>
              <a:ext cx="418384"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On track</a:t>
              </a:r>
              <a:endParaRPr/>
            </a:p>
          </p:txBody>
        </p:sp>
        <p:sp>
          <p:nvSpPr>
            <p:cNvPr id="671" name="Google Shape;671;p34"/>
            <p:cNvSpPr/>
            <p:nvPr/>
          </p:nvSpPr>
          <p:spPr>
            <a:xfrm>
              <a:off x="5202328" y="6294552"/>
              <a:ext cx="137160" cy="137160"/>
            </a:xfrm>
            <a:prstGeom prst="rect">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grpSp>
      <p:grpSp>
        <p:nvGrpSpPr>
          <p:cNvPr id="672" name="Google Shape;672;p34"/>
          <p:cNvGrpSpPr/>
          <p:nvPr/>
        </p:nvGrpSpPr>
        <p:grpSpPr>
          <a:xfrm>
            <a:off x="6781639" y="6316324"/>
            <a:ext cx="466309" cy="137160"/>
            <a:chOff x="6256398" y="6294552"/>
            <a:chExt cx="466309" cy="137160"/>
          </a:xfrm>
        </p:grpSpPr>
        <p:sp>
          <p:nvSpPr>
            <p:cNvPr id="673" name="Google Shape;673;p34"/>
            <p:cNvSpPr/>
            <p:nvPr/>
          </p:nvSpPr>
          <p:spPr>
            <a:xfrm>
              <a:off x="6466227" y="6301577"/>
              <a:ext cx="256480"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Done</a:t>
              </a:r>
              <a:endParaRPr/>
            </a:p>
          </p:txBody>
        </p:sp>
        <p:sp>
          <p:nvSpPr>
            <p:cNvPr id="674" name="Google Shape;674;p34"/>
            <p:cNvSpPr/>
            <p:nvPr/>
          </p:nvSpPr>
          <p:spPr>
            <a:xfrm>
              <a:off x="6256398" y="6294552"/>
              <a:ext cx="137160" cy="137160"/>
            </a:xfrm>
            <a:prstGeom prst="rect">
              <a:avLst/>
            </a:prstGeom>
            <a:solidFill>
              <a:srgbClr val="00B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grpSp>
      <p:grpSp>
        <p:nvGrpSpPr>
          <p:cNvPr id="675" name="Google Shape;675;p34"/>
          <p:cNvGrpSpPr/>
          <p:nvPr/>
        </p:nvGrpSpPr>
        <p:grpSpPr>
          <a:xfrm>
            <a:off x="4580363" y="6316324"/>
            <a:ext cx="409996" cy="137160"/>
            <a:chOff x="4287927" y="6294552"/>
            <a:chExt cx="409996" cy="137160"/>
          </a:xfrm>
        </p:grpSpPr>
        <p:sp>
          <p:nvSpPr>
            <p:cNvPr id="676" name="Google Shape;676;p34"/>
            <p:cNvSpPr/>
            <p:nvPr/>
          </p:nvSpPr>
          <p:spPr>
            <a:xfrm>
              <a:off x="4287927" y="6294552"/>
              <a:ext cx="137160" cy="137160"/>
            </a:xfrm>
            <a:prstGeom prst="rect">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chemeClr val="dk1"/>
                </a:solidFill>
                <a:latin typeface="Arial"/>
                <a:ea typeface="Arial"/>
                <a:cs typeface="Arial"/>
                <a:sym typeface="Arial"/>
              </a:endParaRPr>
            </a:p>
          </p:txBody>
        </p:sp>
        <p:sp>
          <p:nvSpPr>
            <p:cNvPr id="677" name="Google Shape;677;p34"/>
            <p:cNvSpPr/>
            <p:nvPr/>
          </p:nvSpPr>
          <p:spPr>
            <a:xfrm>
              <a:off x="4486327" y="6301577"/>
              <a:ext cx="211596"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Late</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5"/>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683" name="Google Shape;683;p35"/>
          <p:cNvSpPr txBox="1"/>
          <p:nvPr>
            <p:ph idx="1" type="body"/>
          </p:nvPr>
        </p:nvSpPr>
        <p:spPr>
          <a:xfrm>
            <a:off x="1037492" y="1899144"/>
            <a:ext cx="9729788" cy="4800288"/>
          </a:xfrm>
          <a:prstGeom prst="rect">
            <a:avLst/>
          </a:prstGeom>
          <a:noFill/>
          <a:ln>
            <a:noFill/>
          </a:ln>
        </p:spPr>
        <p:txBody>
          <a:bodyPr anchorCtr="0" anchor="t" bIns="45700" lIns="91425" spcFirstLastPara="1" rIns="91425" wrap="square" tIns="45700">
            <a:spAutoFit/>
          </a:bodyPr>
          <a:lstStyle/>
          <a:p>
            <a:pPr indent="-231775" lvl="0" marL="346075" rtl="0" algn="l">
              <a:lnSpc>
                <a:spcPct val="90000"/>
              </a:lnSpc>
              <a:spcBef>
                <a:spcPts val="0"/>
              </a:spcBef>
              <a:spcAft>
                <a:spcPts val="0"/>
              </a:spcAft>
              <a:buClr>
                <a:schemeClr val="dk1"/>
              </a:buClr>
              <a:buSzPts val="1400"/>
              <a:buFont typeface="Arial"/>
              <a:buAutoNum type="arabicPeriod"/>
            </a:pPr>
            <a:r>
              <a:rPr lang="en-US" sz="1400">
                <a:solidFill>
                  <a:schemeClr val="dk1"/>
                </a:solidFill>
              </a:rPr>
              <a:t>Executive Summary</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Communication Strategy</a:t>
            </a:r>
            <a:endParaRPr/>
          </a:p>
          <a:p>
            <a:pPr indent="-127000" lvl="1" marL="481013" rtl="0" algn="l">
              <a:lnSpc>
                <a:spcPct val="90000"/>
              </a:lnSpc>
              <a:spcBef>
                <a:spcPts val="500"/>
              </a:spcBef>
              <a:spcAft>
                <a:spcPts val="0"/>
              </a:spcAft>
              <a:buClr>
                <a:schemeClr val="dk1"/>
              </a:buClr>
              <a:buSzPts val="1400"/>
              <a:buChar char="•"/>
            </a:pPr>
            <a:r>
              <a:rPr lang="en-US" sz="1400">
                <a:solidFill>
                  <a:schemeClr val="dk1"/>
                </a:solidFill>
              </a:rPr>
              <a:t>Background &amp; Context</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Objectives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Approach</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Principles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Overarching Messages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Stakeholder Groups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Channels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Key Dependencies</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Communication Risks</a:t>
            </a:r>
            <a:endParaRPr/>
          </a:p>
          <a:p>
            <a:pPr indent="-231775" lvl="0" marL="346075" rtl="0" algn="l">
              <a:lnSpc>
                <a:spcPct val="90000"/>
              </a:lnSpc>
              <a:spcBef>
                <a:spcPts val="700"/>
              </a:spcBef>
              <a:spcAft>
                <a:spcPts val="0"/>
              </a:spcAft>
              <a:buClr>
                <a:schemeClr val="dk1"/>
              </a:buClr>
              <a:buSzPts val="1400"/>
              <a:buFont typeface="Arial"/>
              <a:buAutoNum type="arabicPeriod"/>
            </a:pPr>
            <a:r>
              <a:rPr lang="en-US" sz="1400">
                <a:solidFill>
                  <a:schemeClr val="dk1"/>
                </a:solidFill>
              </a:rPr>
              <a:t>High-Level Communication Plan</a:t>
            </a:r>
            <a:endParaRPr/>
          </a:p>
          <a:p>
            <a:pPr indent="-127000" lvl="1" marL="481013" rtl="0" algn="l">
              <a:lnSpc>
                <a:spcPct val="90000"/>
              </a:lnSpc>
              <a:spcBef>
                <a:spcPts val="700"/>
              </a:spcBef>
              <a:spcAft>
                <a:spcPts val="0"/>
              </a:spcAft>
              <a:buClr>
                <a:schemeClr val="dk1"/>
              </a:buClr>
              <a:buSzPts val="1400"/>
              <a:buChar char="•"/>
            </a:pPr>
            <a:r>
              <a:rPr lang="en-US" sz="1400">
                <a:solidFill>
                  <a:schemeClr val="dk1"/>
                </a:solidFill>
              </a:rPr>
              <a:t>Stakeholder Group #1</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#2</a:t>
            </a:r>
            <a:endParaRPr/>
          </a:p>
          <a:p>
            <a:pPr indent="-127000" lvl="1" marL="481013" rtl="0" algn="l">
              <a:lnSpc>
                <a:spcPct val="90000"/>
              </a:lnSpc>
              <a:spcBef>
                <a:spcPts val="400"/>
              </a:spcBef>
              <a:spcAft>
                <a:spcPts val="0"/>
              </a:spcAft>
              <a:buClr>
                <a:schemeClr val="dk1"/>
              </a:buClr>
              <a:buSzPts val="1400"/>
              <a:buChar char="•"/>
            </a:pPr>
            <a:r>
              <a:rPr lang="en-US" sz="1400">
                <a:solidFill>
                  <a:schemeClr val="dk1"/>
                </a:solidFill>
              </a:rPr>
              <a:t>Stakeholder Group #3</a:t>
            </a:r>
            <a:endParaRPr/>
          </a:p>
          <a:p>
            <a:pPr indent="-231775" lvl="0" marL="346075" rtl="0" algn="l">
              <a:lnSpc>
                <a:spcPct val="90000"/>
              </a:lnSpc>
              <a:spcBef>
                <a:spcPts val="500"/>
              </a:spcBef>
              <a:spcAft>
                <a:spcPts val="0"/>
              </a:spcAft>
              <a:buClr>
                <a:schemeClr val="dk1"/>
              </a:buClr>
              <a:buSzPts val="1400"/>
              <a:buFont typeface="Arial"/>
              <a:buAutoNum type="arabicPeriod"/>
            </a:pPr>
            <a:r>
              <a:rPr lang="en-US" sz="1400">
                <a:solidFill>
                  <a:schemeClr val="dk1"/>
                </a:solidFill>
              </a:rPr>
              <a:t>Detailed Communication Plan</a:t>
            </a:r>
            <a:endParaRPr/>
          </a:p>
          <a:p>
            <a:pPr indent="-231775" lvl="0" marL="346075" rtl="0" algn="l">
              <a:lnSpc>
                <a:spcPct val="90000"/>
              </a:lnSpc>
              <a:spcBef>
                <a:spcPts val="600"/>
              </a:spcBef>
              <a:spcAft>
                <a:spcPts val="0"/>
              </a:spcAft>
              <a:buClr>
                <a:schemeClr val="dk1"/>
              </a:buClr>
              <a:buSzPts val="1400"/>
              <a:buFont typeface="Arial"/>
              <a:buAutoNum type="arabicPeriod"/>
            </a:pPr>
            <a:r>
              <a:rPr lang="en-US" sz="1400">
                <a:solidFill>
                  <a:schemeClr val="dk1"/>
                </a:solidFill>
              </a:rPr>
              <a:t>Dashboards to Track &amp; Manage Progress</a:t>
            </a:r>
            <a:endParaRPr/>
          </a:p>
          <a:p>
            <a:pPr indent="-231775" lvl="0" marL="346075" rtl="0" algn="l">
              <a:lnSpc>
                <a:spcPct val="90000"/>
              </a:lnSpc>
              <a:spcBef>
                <a:spcPts val="600"/>
              </a:spcBef>
              <a:spcAft>
                <a:spcPts val="0"/>
              </a:spcAft>
              <a:buClr>
                <a:schemeClr val="dk1"/>
              </a:buClr>
              <a:buSzPts val="1400"/>
              <a:buFont typeface="Arial"/>
              <a:buAutoNum type="arabicPeriod"/>
            </a:pPr>
            <a:r>
              <a:rPr b="1" lang="en-US" sz="1400">
                <a:solidFill>
                  <a:schemeClr val="dk1"/>
                </a:solidFill>
              </a:rPr>
              <a:t>Exhibits</a:t>
            </a:r>
            <a:endParaRPr/>
          </a:p>
        </p:txBody>
      </p:sp>
      <p:sp>
        <p:nvSpPr>
          <p:cNvPr id="684" name="Google Shape;684;p35"/>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pic>
        <p:nvPicPr>
          <p:cNvPr descr="List" id="685" name="Google Shape;685;p35"/>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686" name="Google Shape;686;p3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36"/>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Insert the title of the first Exhibit</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Summarize the key message of this slide</a:t>
            </a:r>
            <a:endParaRPr/>
          </a:p>
        </p:txBody>
      </p:sp>
      <p:sp>
        <p:nvSpPr>
          <p:cNvPr id="692" name="Google Shape;692;p3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93" name="Google Shape;693;p36"/>
          <p:cNvSpPr/>
          <p:nvPr/>
        </p:nvSpPr>
        <p:spPr>
          <a:xfrm>
            <a:off x="5079559" y="1847000"/>
            <a:ext cx="2484518" cy="2964378"/>
          </a:xfrm>
          <a:prstGeom prst="wedgeRoundRectCallout">
            <a:avLst>
              <a:gd fmla="val -91112" name="adj1"/>
              <a:gd fmla="val -3318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Try to keep the Communication Strategy and plan as succinct as possible. </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When a topic is not essential, put it in the Exhibits section.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37"/>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Insert the title of the second Exhibit</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Summarize the key message of this slide</a:t>
            </a:r>
            <a:endParaRPr/>
          </a:p>
        </p:txBody>
      </p:sp>
      <p:sp>
        <p:nvSpPr>
          <p:cNvPr id="699" name="Google Shape;699;p3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700" name="Google Shape;700;p37"/>
          <p:cNvSpPr/>
          <p:nvPr/>
        </p:nvSpPr>
        <p:spPr>
          <a:xfrm>
            <a:off x="4853741" y="1946811"/>
            <a:ext cx="2484518" cy="2964378"/>
          </a:xfrm>
          <a:prstGeom prst="wedgeRoundRectCallout">
            <a:avLst>
              <a:gd fmla="val 136081" name="adj1"/>
              <a:gd fmla="val -5102"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of exhibit: </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A one pager describing each stakeholder group</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Custom 11">
      <a:dk1>
        <a:srgbClr val="002060"/>
      </a:dk1>
      <a:lt1>
        <a:srgbClr val="FFFFFF"/>
      </a:lt1>
      <a:dk2>
        <a:srgbClr val="002060"/>
      </a:dk2>
      <a:lt2>
        <a:srgbClr val="002060"/>
      </a:lt2>
      <a:accent1>
        <a:srgbClr val="002060"/>
      </a:accent1>
      <a:accent2>
        <a:srgbClr val="002060"/>
      </a:accent2>
      <a:accent3>
        <a:srgbClr val="7F7F7F"/>
      </a:accent3>
      <a:accent4>
        <a:srgbClr val="D8D8D8"/>
      </a:accent4>
      <a:accent5>
        <a:srgbClr val="FFC000"/>
      </a:accent5>
      <a:accent6>
        <a:srgbClr val="00B050"/>
      </a:accent6>
      <a:hlink>
        <a:srgbClr val="00B0F0"/>
      </a:hlink>
      <a:folHlink>
        <a:srgbClr val="00B0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2020-07-08T04:44:55Z</dcterms:created>
  <dc:creator>Aurelien Dom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